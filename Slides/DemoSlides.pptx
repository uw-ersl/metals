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E6F2-814E-B8E6-AEF2-6DF62CEF6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9944-6FBB-42BD-BE4D-2F8F73A4B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45905-4219-7612-2AE1-4FE34AA9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8DDE3-F257-B034-6C48-204F8B2FD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4474-4A0E-2E1A-F3E7-050548104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2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C8-E06C-E00D-A6C9-CE82ACC2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9E87D-9DC4-659C-E0AB-2D1F87FAF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5832E-154F-2610-B925-8279155A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382EC-64AE-C04B-48C4-EF8A45864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D03C1-6C4B-5826-1052-9BB6F62E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9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665F-700F-93AE-3383-232CB3DC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1CFD9-8A48-B4B8-7CEC-3F86F8B6C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60705-8EF6-C0BA-D7E1-374E07906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92C32-6FFD-4595-2EF4-B3643CC1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D0C2A-BCF4-A040-E457-F23DFFB1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058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02D8-FE7E-032F-2F51-CAABFE467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AEBB3-D470-F756-42BB-5A3A25E88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FA0213-7B53-84F0-18DB-A91E90A5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CB09D-6DEA-5912-0612-74A61ABC9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0062-3EF8-FDDB-70DC-E9A6469B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19E2-9BAD-0E55-05E4-0C2FA48D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1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2D7E-95A3-2B91-0355-66559829B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C7C16-DE86-3FF3-78BB-8B265B629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F8691-E74F-97A0-D55C-91F678036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66A1F-C2B5-CD75-86CD-CDE1C0A86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CBF78-B2FE-1883-C166-AE2917538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1489A-CB50-CADD-91F4-C7FFF05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073FEE-1082-4572-3FC6-815B48EE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E5533-4246-5740-1623-A4F6E8D4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1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5803E-9162-F75A-CF2E-968C66DA4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A62C1-629C-6321-DDC2-D08ECCC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6AEE1-46DF-E0D2-C317-0D1AEA31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EA48FB-79B6-1E1C-01B2-8D99B6D9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482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724E1-6C20-7BD3-776D-20928C9FA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A49C1F-0B44-A2A3-9479-6FE2541B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8479-169A-FFF9-2BD3-E5C161A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79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34432-10D8-DA35-10E3-DDE2F92EF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0416-6A7A-DFA1-5B5F-F236ABCCB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040731-09B8-9F38-EE7F-622E744D5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5357-9207-9620-A43C-49D36A4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B4EA9-AE54-5344-0E05-B31A28198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21964-FE1B-CD2D-7966-E8CBA412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6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3F46-EFA2-5D5D-1B81-850D4BBC8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FA51B2-1F77-6CCA-91C7-5768DECB4A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48E84-7C27-3353-73FC-B8BD345DD0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02BA7D-69F9-540D-F7CF-A2C72BF48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C0535B-6ED9-FF60-CFDD-AF46E297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6E56C-CC1E-0748-6EB0-C7F57D7C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3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14EA-AE71-6A4A-6465-DB03E367A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173D8-1E5C-F487-219E-F8F66007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F4431-F05A-4A53-E6C3-CDBB8C2D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76D31-3942-DA90-DEE4-E1FC05878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657C-3141-7B5F-76E0-3FA1C47D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0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07F2E8-B70E-3BBC-BD39-BE6486112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0C9D4-6F40-7920-351A-7BD35EF02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51823-2FE7-658C-4B5B-8709E4A9A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F28A7-8ED9-DF49-12F7-D9436E99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258AC-90BC-6EB1-E8E3-42D9B79D6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41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139052-E387-5DF4-1B78-F3DCE3245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7700-36D7-4C6B-0553-F79A37F6A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EEAE-5B8B-B730-0621-237CF06457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056B4E-8255-AF4A-9A63-DE009FD9E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BAE04-F7A0-40B4-09F1-641244AA3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9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7B4A0-D2C7-A346-D423-EA71AE1F21F9}"/>
              </a:ext>
            </a:extLst>
          </p:cNvPr>
          <p:cNvSpPr txBox="1"/>
          <p:nvPr/>
        </p:nvSpPr>
        <p:spPr>
          <a:xfrm>
            <a:off x="4921800" y="1412111"/>
            <a:ext cx="234840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19</a:t>
            </a:r>
            <a:r>
              <a:rPr lang="en-US" sz="2800" b="1" baseline="30000" dirty="0"/>
              <a:t>th</a:t>
            </a:r>
            <a:r>
              <a:rPr lang="en-US" sz="2800" b="1" dirty="0"/>
              <a:t> Nov 2025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800" b="1" dirty="0"/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4027849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EA66-1653-A63D-1EA3-F7F5340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0F203D-95CE-38EB-1F2D-833BE36BF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589"/>
            <a:ext cx="7849280" cy="15546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672B8-A795-AAE4-1570-B619215A8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40" y="3771282"/>
            <a:ext cx="3467400" cy="28806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B6FB3C-6208-AE67-13E0-1503E2B80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8472" y="3698940"/>
            <a:ext cx="3635055" cy="29796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2E0CBD-D10B-6CC2-797F-928AE8FB7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0738" y="3679834"/>
            <a:ext cx="3711262" cy="29720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B2C20D-DCFB-B06F-700E-6D651A055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151" y="1779301"/>
            <a:ext cx="6210838" cy="166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978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5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Krishnan Suresh</dc:creator>
  <cp:lastModifiedBy>Krishnan Suresh</cp:lastModifiedBy>
  <cp:revision>5</cp:revision>
  <dcterms:created xsi:type="dcterms:W3CDTF">2025-11-19T13:22:32Z</dcterms:created>
  <dcterms:modified xsi:type="dcterms:W3CDTF">2025-11-19T14:23:34Z</dcterms:modified>
</cp:coreProperties>
</file>