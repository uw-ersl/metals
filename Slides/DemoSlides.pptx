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8" d="100"/>
          <a:sy n="98" d="100"/>
        </p:scale>
        <p:origin x="107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9E6F2-814E-B8E6-AEF2-6DF62CEF68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479944-6FBB-42BD-BE4D-2F8F73A4BB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045905-4219-7612-2AE1-4FE34AA95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2D536-55A4-4DB8-BD69-D62233374E62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88DDE3-F257-B034-6C48-204F8B2FD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14474-4A0E-2E1A-F3E7-050548104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6FB73-4802-4340-B426-2274069A1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5216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A9FC8-E06C-E00D-A6C9-CE82ACC23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F9E87D-9DC4-659C-E0AB-2D1F87FAF6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D5832E-154F-2610-B925-8279155A6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2D536-55A4-4DB8-BD69-D62233374E62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2382EC-64AE-C04B-48C4-EF8A45864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4D03C1-6C4B-5826-1052-9BB6F62EB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6FB73-4802-4340-B426-2274069A1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3988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3665F-700F-93AE-3383-232CB3DC3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91CFD9-8A48-B4B8-7CEC-3F86F8B6C3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560705-8EF6-C0BA-D7E1-374E07906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2D536-55A4-4DB8-BD69-D62233374E62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392C32-6FFD-4595-2EF4-B3643CC18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FD0C2A-BCF4-A040-E457-F23DFFB18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6FB73-4802-4340-B426-2274069A1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0584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102D8-FE7E-032F-2F51-CAABFE467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DAEBB3-D470-F756-42BB-5A3A25E88A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FA0213-7B53-84F0-18DB-A91E90A533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1CB09D-6DEA-5912-0612-74A61ABC9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2D536-55A4-4DB8-BD69-D62233374E62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F90062-3EF8-FDDB-70DC-E9A6469B1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BF19E2-9BAD-0E55-05E4-0C2FA48DF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6FB73-4802-4340-B426-2274069A1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1136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D2D7E-95A3-2B91-0355-66559829BF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AC7C16-DE86-3FF3-78BB-8B265B629B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BF8691-E74F-97A0-D55C-91F678036A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166A1F-C2B5-CD75-86CD-CDE1C0A864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7CBF78-B2FE-1883-C166-AE29175380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D1489A-CB50-CADD-91F4-C7FFF05EB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2D536-55A4-4DB8-BD69-D62233374E62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073FEE-1082-4572-3FC6-815B48EEB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4E5533-4246-5740-1623-A4F6E8D41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6FB73-4802-4340-B426-2274069A1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91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5803E-9162-F75A-CF2E-968C66DA4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0A62C1-629C-6321-DDC2-D08ECCC0A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2D536-55A4-4DB8-BD69-D62233374E62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F6AEE1-46DF-E0D2-C317-0D1AEA313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EA48FB-79B6-1E1C-01B2-8D99B6D9E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6FB73-4802-4340-B426-2274069A1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4827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A724E1-6C20-7BD3-776D-20928C9FA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2D536-55A4-4DB8-BD69-D62233374E62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A49C1F-0B44-A2A3-9479-6FE2541BA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FA8479-169A-FFF9-2BD3-E5C161AD6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6FB73-4802-4340-B426-2274069A1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079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34432-10D8-DA35-10E3-DDE2F92EF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550416-6A7A-DFA1-5B5F-F236ABCCBA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040731-09B8-9F38-EE7F-622E744D50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C25357-9207-9620-A43C-49D36A4DE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2D536-55A4-4DB8-BD69-D62233374E62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3B4EA9-AE54-5344-0E05-B31A28198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D21964-FE1B-CD2D-7966-E8CBA412B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6FB73-4802-4340-B426-2274069A1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7606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03F46-EFA2-5D5D-1B81-850D4BBC8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FA51B2-1F77-6CCA-91C7-5768DECB4A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148E84-7C27-3353-73FC-B8BD345DD0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02BA7D-69F9-540D-F7CF-A2C72BF48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2D536-55A4-4DB8-BD69-D62233374E62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C0535B-6ED9-FF60-CFDD-AF46E297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56E56C-CC1E-0748-6EB0-C7F57D7CA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6FB73-4802-4340-B426-2274069A1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834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F14EA-AE71-6A4A-6465-DB03E367A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C173D8-1E5C-F487-219E-F8F66007BF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6F4431-F05A-4A53-E6C3-CDBB8C2DE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2D536-55A4-4DB8-BD69-D62233374E62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276D31-3942-DA90-DEE4-E1FC05878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F657C-3141-7B5F-76E0-3FA1C47DB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6FB73-4802-4340-B426-2274069A1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05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07F2E8-B70E-3BBC-BD39-BE64861121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D0C9D4-6F40-7920-351A-7BD35EF027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851823-2FE7-658C-4B5B-8709E4A9A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2D536-55A4-4DB8-BD69-D62233374E62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1F28A7-8ED9-DF49-12F7-D9436E99F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E258AC-90BC-6EB1-E8E3-42D9B79D6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6FB73-4802-4340-B426-2274069A1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441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139052-E387-5DF4-1B78-F3DCE3245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3E7700-36D7-4C6B-0553-F79A37F6AC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84EEAE-5B8B-B730-0621-237CF06457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52D536-55A4-4DB8-BD69-D62233374E62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056B4E-8255-AF4A-9A63-DE009FD9E7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4BAE04-F7A0-40B4-09F1-641244AA34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A6FB73-4802-4340-B426-2274069A1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197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FF7B4A0-D2C7-A346-D423-EA71AE1F21F9}"/>
              </a:ext>
            </a:extLst>
          </p:cNvPr>
          <p:cNvSpPr txBox="1"/>
          <p:nvPr/>
        </p:nvSpPr>
        <p:spPr>
          <a:xfrm>
            <a:off x="4921800" y="1412111"/>
            <a:ext cx="2348400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/>
              <a:t>19</a:t>
            </a:r>
            <a:r>
              <a:rPr lang="en-US" sz="2800" b="1" baseline="30000" dirty="0"/>
              <a:t>th</a:t>
            </a:r>
            <a:r>
              <a:rPr lang="en-US" sz="2800" b="1" dirty="0"/>
              <a:t> Nov 2025</a:t>
            </a:r>
          </a:p>
          <a:p>
            <a:pPr algn="ctr"/>
            <a:endParaRPr lang="en-US" sz="2800" b="1" dirty="0"/>
          </a:p>
          <a:p>
            <a:pPr algn="ctr"/>
            <a:r>
              <a:rPr lang="en-US" sz="2800" b="1" dirty="0"/>
              <a:t>Version 1</a:t>
            </a:r>
          </a:p>
        </p:txBody>
      </p:sp>
    </p:spTree>
    <p:extLst>
      <p:ext uri="{BB962C8B-B14F-4D97-AF65-F5344CB8AC3E}">
        <p14:creationId xmlns:p14="http://schemas.microsoft.com/office/powerpoint/2010/main" val="40278492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7C4FD-D1CD-1119-35E7-51625BEDB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363FD39-BD21-CF59-EF99-6DBE772DDC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22" y="1047207"/>
            <a:ext cx="3729692" cy="302233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20AF400-2F66-5DD1-A4D5-509998557E8C}"/>
              </a:ext>
            </a:extLst>
          </p:cNvPr>
          <p:cNvSpPr txBox="1"/>
          <p:nvPr/>
        </p:nvSpPr>
        <p:spPr>
          <a:xfrm>
            <a:off x="896540" y="227022"/>
            <a:ext cx="17625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Single material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F6705D-0920-7F5B-66ED-59364D5DFA08}"/>
              </a:ext>
            </a:extLst>
          </p:cNvPr>
          <p:cNvSpPr txBox="1"/>
          <p:nvPr/>
        </p:nvSpPr>
        <p:spPr>
          <a:xfrm>
            <a:off x="1093998" y="4299625"/>
            <a:ext cx="13933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Mass = 29.6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2F3590-1FD7-ABAB-39B9-99286E3ED5D9}"/>
              </a:ext>
            </a:extLst>
          </p:cNvPr>
          <p:cNvSpPr txBox="1"/>
          <p:nvPr/>
        </p:nvSpPr>
        <p:spPr>
          <a:xfrm>
            <a:off x="4755178" y="126503"/>
            <a:ext cx="21008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Multiple materials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E75FBB4-A93A-72C5-227F-F996298008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9323" y="961037"/>
            <a:ext cx="3085024" cy="3338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9794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58EA66-1653-A63D-1EA3-F7F5340A3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C1672B8-A795-AAE4-1570-B619215A80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691" y="3504154"/>
            <a:ext cx="3467400" cy="288061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0B6FB3C-6208-AE67-13E0-1503E2B80A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8472" y="3504154"/>
            <a:ext cx="3635055" cy="297967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32E0CBD-D10B-6CC2-797F-928AE8FB76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0738" y="3385865"/>
            <a:ext cx="3711262" cy="297205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AB2C20D-DCFB-B06F-700E-6D651A0552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81" y="700514"/>
            <a:ext cx="6210838" cy="1668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9787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7F268-7B3E-547B-5812-D69658E90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1054CB3-B300-E238-99FB-D90953DB24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561" y="3838435"/>
            <a:ext cx="3407159" cy="280380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CDDADE6-213F-7AB7-C093-F404343BC8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4948" y="3838435"/>
            <a:ext cx="3481573" cy="280380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0ABA67D-8FB3-96FD-A576-A4485661FA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7207" y="3713644"/>
            <a:ext cx="3485710" cy="292859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1B238B2-0CDE-6762-1EC7-C5246B67ED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0561" y="2046977"/>
            <a:ext cx="5819048" cy="166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2344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12</Words>
  <Application>Microsoft Office PowerPoint</Application>
  <PresentationFormat>Widescreen</PresentationFormat>
  <Paragraphs>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Krishnan Suresh</dc:creator>
  <cp:lastModifiedBy>Krishnan Suresh</cp:lastModifiedBy>
  <cp:revision>9</cp:revision>
  <dcterms:created xsi:type="dcterms:W3CDTF">2025-11-19T13:22:32Z</dcterms:created>
  <dcterms:modified xsi:type="dcterms:W3CDTF">2025-11-19T23:01:45Z</dcterms:modified>
</cp:coreProperties>
</file>