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E6F2-814E-B8E6-AEF2-6DF62CEF6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9944-6FBB-42BD-BE4D-2F8F73A4B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45905-4219-7612-2AE1-4FE34AA9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8DDE3-F257-B034-6C48-204F8B2FD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4474-4A0E-2E1A-F3E7-050548104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2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C8-E06C-E00D-A6C9-CE82ACC2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9E87D-9DC4-659C-E0AB-2D1F87FAF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5832E-154F-2610-B925-8279155A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382EC-64AE-C04B-48C4-EF8A45864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D03C1-6C4B-5826-1052-9BB6F62E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9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665F-700F-93AE-3383-232CB3DC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1CFD9-8A48-B4B8-7CEC-3F86F8B6C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60705-8EF6-C0BA-D7E1-374E07906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92C32-6FFD-4595-2EF4-B3643CC1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D0C2A-BCF4-A040-E457-F23DFFB1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058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02D8-FE7E-032F-2F51-CAABFE467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AEBB3-D470-F756-42BB-5A3A25E88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FA0213-7B53-84F0-18DB-A91E90A5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CB09D-6DEA-5912-0612-74A61ABC9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0062-3EF8-FDDB-70DC-E9A6469B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19E2-9BAD-0E55-05E4-0C2FA48D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1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2D7E-95A3-2B91-0355-66559829B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C7C16-DE86-3FF3-78BB-8B265B629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F8691-E74F-97A0-D55C-91F678036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66A1F-C2B5-CD75-86CD-CDE1C0A86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CBF78-B2FE-1883-C166-AE2917538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1489A-CB50-CADD-91F4-C7FFF05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073FEE-1082-4572-3FC6-815B48EE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E5533-4246-5740-1623-A4F6E8D4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1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5803E-9162-F75A-CF2E-968C66DA4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A62C1-629C-6321-DDC2-D08ECCC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6AEE1-46DF-E0D2-C317-0D1AEA31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EA48FB-79B6-1E1C-01B2-8D99B6D9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482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724E1-6C20-7BD3-776D-20928C9FA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A49C1F-0B44-A2A3-9479-6FE2541B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8479-169A-FFF9-2BD3-E5C161A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79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34432-10D8-DA35-10E3-DDE2F92EF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0416-6A7A-DFA1-5B5F-F236ABCCB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040731-09B8-9F38-EE7F-622E744D5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5357-9207-9620-A43C-49D36A4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B4EA9-AE54-5344-0E05-B31A28198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21964-FE1B-CD2D-7966-E8CBA412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6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3F46-EFA2-5D5D-1B81-850D4BBC8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FA51B2-1F77-6CCA-91C7-5768DECB4A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48E84-7C27-3353-73FC-B8BD345DD0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02BA7D-69F9-540D-F7CF-A2C72BF48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C0535B-6ED9-FF60-CFDD-AF46E297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6E56C-CC1E-0748-6EB0-C7F57D7C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3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14EA-AE71-6A4A-6465-DB03E367A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173D8-1E5C-F487-219E-F8F66007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F4431-F05A-4A53-E6C3-CDBB8C2D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76D31-3942-DA90-DEE4-E1FC05878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657C-3141-7B5F-76E0-3FA1C47D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0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07F2E8-B70E-3BBC-BD39-BE6486112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0C9D4-6F40-7920-351A-7BD35EF02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51823-2FE7-658C-4B5B-8709E4A9A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F28A7-8ED9-DF49-12F7-D9436E99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258AC-90BC-6EB1-E8E3-42D9B79D6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41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139052-E387-5DF4-1B78-F3DCE3245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7700-36D7-4C6B-0553-F79A37F6A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EEAE-5B8B-B730-0621-237CF06457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2D536-55A4-4DB8-BD69-D62233374E6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056B4E-8255-AF4A-9A63-DE009FD9E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BAE04-F7A0-40B4-09F1-641244AA3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9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w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7B4A0-D2C7-A346-D423-EA71AE1F21F9}"/>
              </a:ext>
            </a:extLst>
          </p:cNvPr>
          <p:cNvSpPr txBox="1"/>
          <p:nvPr/>
        </p:nvSpPr>
        <p:spPr>
          <a:xfrm>
            <a:off x="4921800" y="1412111"/>
            <a:ext cx="234840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19</a:t>
            </a:r>
            <a:r>
              <a:rPr lang="en-US" sz="2800" b="1" baseline="30000" dirty="0"/>
              <a:t>th</a:t>
            </a:r>
            <a:r>
              <a:rPr lang="en-US" sz="2800" b="1" dirty="0"/>
              <a:t> Nov 2025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800" b="1" dirty="0"/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4027849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7C4FD-D1CD-1119-35E7-51625BEDB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63FD39-BD21-CF59-EF99-6DBE772DD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70" y="2856261"/>
            <a:ext cx="3729692" cy="30223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0AF400-2F66-5DD1-A4D5-509998557E8C}"/>
              </a:ext>
            </a:extLst>
          </p:cNvPr>
          <p:cNvSpPr txBox="1"/>
          <p:nvPr/>
        </p:nvSpPr>
        <p:spPr>
          <a:xfrm>
            <a:off x="702087" y="268899"/>
            <a:ext cx="1762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Single material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F3590-1FD7-ABAB-39B9-99286E3ED5D9}"/>
              </a:ext>
            </a:extLst>
          </p:cNvPr>
          <p:cNvSpPr txBox="1"/>
          <p:nvPr/>
        </p:nvSpPr>
        <p:spPr>
          <a:xfrm>
            <a:off x="5981071" y="45908"/>
            <a:ext cx="345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materials (No thermal)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F4A0D6-2515-54A1-2224-2673F73482CF}"/>
              </a:ext>
            </a:extLst>
          </p:cNvPr>
          <p:cNvSpPr txBox="1"/>
          <p:nvPr/>
        </p:nvSpPr>
        <p:spPr>
          <a:xfrm>
            <a:off x="1165331" y="647288"/>
            <a:ext cx="12250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 = 2.1e11</a:t>
            </a:r>
          </a:p>
          <a:p>
            <a:r>
              <a:rPr lang="en-US" b="1" dirty="0"/>
              <a:t>Y = 2.5e8</a:t>
            </a:r>
          </a:p>
          <a:p>
            <a:r>
              <a:rPr lang="en-US" b="1" dirty="0">
                <a:latin typeface="Symbol" panose="05050102010706020507" pitchFamily="18" charset="2"/>
              </a:rPr>
              <a:t>r</a:t>
            </a:r>
            <a:r>
              <a:rPr lang="en-US" b="1" dirty="0"/>
              <a:t> = 7850</a:t>
            </a: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5761FA89-8ECE-52A1-A767-749A311401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426502"/>
              </p:ext>
            </p:extLst>
          </p:nvPr>
        </p:nvGraphicFramePr>
        <p:xfrm>
          <a:off x="1060179" y="1799524"/>
          <a:ext cx="1196637" cy="7397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400" imgH="431640" progId="Equation.DSMT4">
                  <p:embed/>
                </p:oleObj>
              </mc:Choice>
              <mc:Fallback>
                <p:oleObj name="Equation" r:id="rId3" imgW="69840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60179" y="1799524"/>
                        <a:ext cx="1196637" cy="7397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2CA947EE-DFAB-4189-6EDD-B3868091EE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7166" y="442769"/>
            <a:ext cx="5651686" cy="11684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60E044F-6B1D-9914-E1D2-BAF1F90DA53B}"/>
              </a:ext>
            </a:extLst>
          </p:cNvPr>
          <p:cNvSpPr txBox="1"/>
          <p:nvPr/>
        </p:nvSpPr>
        <p:spPr>
          <a:xfrm>
            <a:off x="10168852" y="906515"/>
            <a:ext cx="181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2D latent space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AB2DC-24E3-82CD-F35F-05A6DF503181}"/>
              </a:ext>
            </a:extLst>
          </p:cNvPr>
          <p:cNvSpPr/>
          <p:nvPr/>
        </p:nvSpPr>
        <p:spPr>
          <a:xfrm>
            <a:off x="4517166" y="904672"/>
            <a:ext cx="5651686" cy="2042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5E1C9A-EF30-37C0-FEF7-B93FB40771B8}"/>
              </a:ext>
            </a:extLst>
          </p:cNvPr>
          <p:cNvSpPr txBox="1"/>
          <p:nvPr/>
        </p:nvSpPr>
        <p:spPr>
          <a:xfrm>
            <a:off x="1243878" y="5887546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M* = 29.7</a:t>
            </a:r>
          </a:p>
          <a:p>
            <a:r>
              <a:rPr lang="en-US" b="1" dirty="0">
                <a:latin typeface="Symbol" panose="05050102010706020507" pitchFamily="18" charset="2"/>
              </a:rPr>
              <a:t>s</a:t>
            </a:r>
            <a:r>
              <a:rPr lang="en-US" b="1" dirty="0"/>
              <a:t>*=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58853A-133A-9CA7-0B4D-1DDE7244C039}"/>
              </a:ext>
            </a:extLst>
          </p:cNvPr>
          <p:cNvSpPr txBox="1"/>
          <p:nvPr/>
        </p:nvSpPr>
        <p:spPr>
          <a:xfrm>
            <a:off x="5209377" y="5877727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M* = 29.5</a:t>
            </a:r>
          </a:p>
          <a:p>
            <a:r>
              <a:rPr lang="en-US" b="1" dirty="0">
                <a:latin typeface="Symbol" panose="05050102010706020507" pitchFamily="18" charset="2"/>
              </a:rPr>
              <a:t>s</a:t>
            </a:r>
            <a:r>
              <a:rPr lang="en-US" b="1" dirty="0"/>
              <a:t>*= 0.48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68B30-2962-28E0-8289-C17BB8606559}"/>
              </a:ext>
            </a:extLst>
          </p:cNvPr>
          <p:cNvSpPr txBox="1"/>
          <p:nvPr/>
        </p:nvSpPr>
        <p:spPr>
          <a:xfrm>
            <a:off x="6472896" y="1855814"/>
            <a:ext cx="15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Init: Heaviest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93BF4FC7-6468-7696-BB19-15916C8F6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14" y="2984478"/>
            <a:ext cx="3005468" cy="276590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29CA63C-F096-989C-349A-3573BFE3D2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5908" y="2700822"/>
            <a:ext cx="4320386" cy="3209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97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34D7B-A459-7512-807A-148DA31D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FE1231-68B5-B069-454D-1810F6701CE3}"/>
              </a:ext>
            </a:extLst>
          </p:cNvPr>
          <p:cNvSpPr txBox="1"/>
          <p:nvPr/>
        </p:nvSpPr>
        <p:spPr>
          <a:xfrm>
            <a:off x="702087" y="268899"/>
            <a:ext cx="1762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Single material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26E57-8C05-58F7-0F22-169C6E137E7E}"/>
              </a:ext>
            </a:extLst>
          </p:cNvPr>
          <p:cNvSpPr txBox="1"/>
          <p:nvPr/>
        </p:nvSpPr>
        <p:spPr>
          <a:xfrm>
            <a:off x="5981071" y="45908"/>
            <a:ext cx="345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materials (No thermal)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3B0E57-9013-D9E1-7144-A7F6ADAC6B65}"/>
              </a:ext>
            </a:extLst>
          </p:cNvPr>
          <p:cNvSpPr txBox="1"/>
          <p:nvPr/>
        </p:nvSpPr>
        <p:spPr>
          <a:xfrm>
            <a:off x="1165331" y="647288"/>
            <a:ext cx="12250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 = 2.1e11</a:t>
            </a:r>
          </a:p>
          <a:p>
            <a:r>
              <a:rPr lang="en-US" b="1" dirty="0"/>
              <a:t>Y = 2.5e8</a:t>
            </a:r>
          </a:p>
          <a:p>
            <a:r>
              <a:rPr lang="en-US" b="1" dirty="0">
                <a:latin typeface="Symbol" panose="05050102010706020507" pitchFamily="18" charset="2"/>
              </a:rPr>
              <a:t>r</a:t>
            </a:r>
            <a:r>
              <a:rPr lang="en-US" b="1" dirty="0"/>
              <a:t> = 7850</a:t>
            </a: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3CEEC0F1-9A36-1817-1822-89426062372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2789260"/>
              </p:ext>
            </p:extLst>
          </p:nvPr>
        </p:nvGraphicFramePr>
        <p:xfrm>
          <a:off x="1165331" y="2040480"/>
          <a:ext cx="1196637" cy="7397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400" imgH="431640" progId="Equation.DSMT4">
                  <p:embed/>
                </p:oleObj>
              </mc:Choice>
              <mc:Fallback>
                <p:oleObj name="Equation" r:id="rId2" imgW="698400" imgH="431640" progId="Equation.DSMT4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5761FA89-8ECE-52A1-A767-749A311401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65331" y="2040480"/>
                        <a:ext cx="1196637" cy="7397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F4800BF5-0164-DB93-4CE8-BDA5F1FAC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166" y="442769"/>
            <a:ext cx="5651686" cy="11684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C97D4F1-8B92-EECA-0FF7-43CF3FCA4D0C}"/>
              </a:ext>
            </a:extLst>
          </p:cNvPr>
          <p:cNvSpPr txBox="1"/>
          <p:nvPr/>
        </p:nvSpPr>
        <p:spPr>
          <a:xfrm>
            <a:off x="10168852" y="906515"/>
            <a:ext cx="181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2D latent space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D199AC-7C01-311D-11FE-561B5756CEB1}"/>
              </a:ext>
            </a:extLst>
          </p:cNvPr>
          <p:cNvSpPr/>
          <p:nvPr/>
        </p:nvSpPr>
        <p:spPr>
          <a:xfrm>
            <a:off x="4517166" y="904672"/>
            <a:ext cx="5651686" cy="2042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5A66D1-454F-BEE3-7535-52456B6A8312}"/>
              </a:ext>
            </a:extLst>
          </p:cNvPr>
          <p:cNvSpPr txBox="1"/>
          <p:nvPr/>
        </p:nvSpPr>
        <p:spPr>
          <a:xfrm>
            <a:off x="1243878" y="5887546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M* = 24.5</a:t>
            </a:r>
          </a:p>
          <a:p>
            <a:r>
              <a:rPr lang="en-US" b="1" dirty="0">
                <a:latin typeface="Symbol" panose="05050102010706020507" pitchFamily="18" charset="2"/>
              </a:rPr>
              <a:t>s</a:t>
            </a:r>
            <a:r>
              <a:rPr lang="en-US" b="1" dirty="0"/>
              <a:t>*= 0.76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234F66-E6CD-252A-3642-B3CAF7711F8A}"/>
              </a:ext>
            </a:extLst>
          </p:cNvPr>
          <p:cNvSpPr txBox="1"/>
          <p:nvPr/>
        </p:nvSpPr>
        <p:spPr>
          <a:xfrm>
            <a:off x="5209377" y="5877727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M* = 20.4</a:t>
            </a:r>
          </a:p>
          <a:p>
            <a:r>
              <a:rPr lang="en-US" b="1" dirty="0">
                <a:latin typeface="Symbol" panose="05050102010706020507" pitchFamily="18" charset="2"/>
              </a:rPr>
              <a:t>s</a:t>
            </a:r>
            <a:r>
              <a:rPr lang="en-US" b="1" dirty="0"/>
              <a:t>*= 0.77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5D9CB2-D2B2-3773-189D-0EF85C41220C}"/>
              </a:ext>
            </a:extLst>
          </p:cNvPr>
          <p:cNvSpPr txBox="1"/>
          <p:nvPr/>
        </p:nvSpPr>
        <p:spPr>
          <a:xfrm>
            <a:off x="6472896" y="1855814"/>
            <a:ext cx="15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Init: Heaviest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D040ED-93B8-BD3C-841B-89907BBE4E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780" y="2717036"/>
            <a:ext cx="3682475" cy="32336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1C6EBE-BA07-D27B-6C34-7025F60A3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9389" y="2464908"/>
            <a:ext cx="3180659" cy="319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539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EA66-1653-A63D-1EA3-F7F5340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1672B8-A795-AAE4-1570-B619215A8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91" y="3504154"/>
            <a:ext cx="3467400" cy="28806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B6FB3C-6208-AE67-13E0-1503E2B80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72" y="3504154"/>
            <a:ext cx="3635055" cy="29796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2E0CBD-D10B-6CC2-797F-928AE8FB7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0738" y="3385865"/>
            <a:ext cx="3711262" cy="29720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B2C20D-DCFB-B06F-700E-6D651A055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81" y="700514"/>
            <a:ext cx="6210838" cy="166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978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7F268-7B3E-547B-5812-D69658E90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054CB3-B300-E238-99FB-D90953DB2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61" y="3838435"/>
            <a:ext cx="3407159" cy="28038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DDADE6-213F-7AB7-C093-F404343BC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4948" y="3838435"/>
            <a:ext cx="3481573" cy="28038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ABA67D-8FB3-96FD-A576-A4485661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207" y="3713644"/>
            <a:ext cx="3485710" cy="29285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B238B2-0CDE-6762-1EC7-C5246B67E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61" y="2046977"/>
            <a:ext cx="5819048" cy="16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3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79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Office Theme</vt:lpstr>
      <vt:lpstr>MathType 6.0 Equation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Krishnan Suresh</dc:creator>
  <cp:lastModifiedBy>Krishnan Suresh</cp:lastModifiedBy>
  <cp:revision>23</cp:revision>
  <dcterms:created xsi:type="dcterms:W3CDTF">2025-11-19T13:22:32Z</dcterms:created>
  <dcterms:modified xsi:type="dcterms:W3CDTF">2025-11-20T22:42:24Z</dcterms:modified>
</cp:coreProperties>
</file>