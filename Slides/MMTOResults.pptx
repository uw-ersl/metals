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381" r:id="rId2"/>
    <p:sldId id="2385" r:id="rId3"/>
    <p:sldId id="2386" r:id="rId4"/>
    <p:sldId id="2387" r:id="rId5"/>
    <p:sldId id="2388" r:id="rId6"/>
    <p:sldId id="2389" r:id="rId7"/>
    <p:sldId id="2390" r:id="rId8"/>
    <p:sldId id="23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BC63F-E652-456B-B880-2F318D1A192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65DCE-AB5F-46FA-B07C-E9C2FA202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9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2511-8B4B-89B2-7667-C1A25FE9A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457D6-580D-82D3-E580-E61C70894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77E62-71C6-AFF0-22D5-88BD1F6C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3C5DB-1A12-E644-E213-B4575442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71BF5-C276-C51F-4B7F-954EF3C0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3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FEB0-96DE-174B-31AC-320FF784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E04DB-3DA6-15DA-E034-BE111400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C104-193F-E0BE-58A8-6DC26F3F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9851-23A2-FF77-90D2-5D3FEC23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0BCF-CCA8-7064-2EA7-F9FB3794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3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FD85-33A4-04FF-6164-4454A6EF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9931-0FB0-9171-CE3C-BC670C1B5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8012E-8400-632B-410D-2C764CF8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F6E2F-C8DB-9479-FA52-D89E612C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68E0-3AC3-220F-2B51-864908E7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4EA7-01EB-8AA0-5619-F7B06E99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3D5C6-E7F3-439D-AD89-E25D2AE7B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CEC15-2409-2B4D-7825-527ECED6D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BE98-26E3-8D23-2350-A972AF04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4D656-0C5B-DB07-918B-DADD9F43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6BE08-19A6-93E7-3B2E-21539D3D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3B1B-6C89-87D8-783D-B713F861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31DBE-318B-BC02-EEFD-BED880323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11DAC-C51C-7526-13CD-2D6E8802B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6EC80-94EF-E5FB-23DF-E07B491C7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F387F-C489-B6EC-60EE-C909DE9C4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241A0-BBA5-D8DB-4325-C4A831E5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F47EB-B808-F09F-8D01-39CBA84F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9359-2E83-1D5B-F061-07361D46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8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900D-A811-EF23-F8A1-AE51FD31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C503C-9176-CF2C-06B9-AF292779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AC571-50BE-21AA-C729-3C307B60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4C2DE-5563-9201-1C47-E7A2C401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4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57C9E-18D9-B611-A4D6-8D33A880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C2DD6-7065-FCDF-24EB-B2032184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7D967-DDE3-9040-0478-2DD991DC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77CE-FD57-4B95-2DAC-0442441A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FB0C6-5D43-3005-F1B8-21555EE3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82AED-BEC1-5525-E364-1A3C16006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4F75D-BCD9-A48B-87A2-C6A429C1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51453-1C7C-1FFA-397A-F31403A0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E4D9C-02BA-1B5A-9AE7-8E2107AF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4D4B-5366-92C3-59D3-50693A5C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6B78B-A2EC-CC14-A349-AA9CED269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CEE1C-A1A2-74C9-635D-E50FB4630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04D90-842D-3201-CDD6-2632892F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0DCF2-BA1B-93B5-BF7F-BD819610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CDDCA-2A6B-422F-8DC0-DC603D23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1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9F7D-AE69-CC47-6713-526C186F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78506-2A5C-CBFA-A31D-233EBCE54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65F3-5A9B-7557-97C0-F1A8EFE6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7616-AC41-CCA5-FB5E-65C3926C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38FC5-380A-AB24-5631-87E5424F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2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248E9-D3C7-6BE2-CF1D-C050F25E2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2620F-CEC7-B36C-E0A5-A318BEEF3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13526-2001-C706-E871-1DC40D4F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EE5C3-8F04-ADDB-3339-5E49968D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ADB9-B500-1797-4DA5-BA053642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3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381000" y="1143000"/>
            <a:ext cx="112522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2999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Title_and_ContentFooter">
            <a:extLst>
              <a:ext uri="{FF2B5EF4-FFF2-40B4-BE49-F238E27FC236}">
                <a16:creationId xmlns:a16="http://schemas.microsoft.com/office/drawing/2014/main" id="{F05F7EFF-3110-B928-68C2-871312C89898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0" i="0" u="none" baseline="0">
              <a:solidFill>
                <a:srgbClr val="666666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and_ContentHeader">
            <a:extLst>
              <a:ext uri="{FF2B5EF4-FFF2-40B4-BE49-F238E27FC236}">
                <a16:creationId xmlns:a16="http://schemas.microsoft.com/office/drawing/2014/main" id="{44F40F80-E77B-F084-C964-B32D14012E01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5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92AA6-9341-EA9F-B7D4-287FC0389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C46B7-5586-DDCA-0568-200B219A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47A2-342A-2BD1-C0EC-9704E35C0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D170-5168-B6B7-C383-0381F7934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0C7B2-DEB6-C941-D77B-010A348EF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3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2AB9-3C4F-7EE5-5414-906B0218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09EF4D-F594-919E-C850-C770ACF712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0799" y="6430254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7958ED7-7E4D-A9FF-1BDC-2E023AB75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EC53C-6A45-0D52-A6F8-77750BFEA5CC}"/>
              </a:ext>
            </a:extLst>
          </p:cNvPr>
          <p:cNvSpPr txBox="1"/>
          <p:nvPr/>
        </p:nvSpPr>
        <p:spPr>
          <a:xfrm>
            <a:off x="284990" y="1015967"/>
            <a:ext cx="6094378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4FC1FF"/>
                </a:solidFill>
                <a:latin typeface="Consolas" panose="020B0609020204030204" pitchFamily="49" charset="0"/>
              </a:rPr>
              <a:t>BridgeProblem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_Compliance_MassCost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A4DF30-DD8C-9BCF-55B1-3CB0809E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25885"/>
            <a:ext cx="3685714" cy="220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07339F-F8FC-4E0F-2FFE-4ED68842D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90" y="4587464"/>
            <a:ext cx="4161905" cy="9904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CDBE92-EA6F-FA36-279C-2C6CCDF09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894" y="1579280"/>
            <a:ext cx="5780952" cy="4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5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FE42-A58D-708F-23CC-EA375A8E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159FF3-940C-E3EE-2C46-7DC08DF1BB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9F07817-EB59-3B74-2E3A-9A23F371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8A9B68-030D-873F-1BB6-9DA53582B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73" y="1932409"/>
            <a:ext cx="3276190" cy="2409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C82CFE-79FE-D556-7378-F7D89EF70221}"/>
              </a:ext>
            </a:extLst>
          </p:cNvPr>
          <p:cNvSpPr txBox="1"/>
          <p:nvPr/>
        </p:nvSpPr>
        <p:spPr>
          <a:xfrm>
            <a:off x="187257" y="1297406"/>
            <a:ext cx="6094378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LBracketTopLoad_Compliance_Mass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15D3D7-CAD1-2CF7-71DC-23F39923D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54" y="5097000"/>
            <a:ext cx="4864529" cy="1172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E30926-516A-5E6D-217A-455AB1FFD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73414"/>
            <a:ext cx="5552381" cy="4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3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787E-BA49-A67E-9ED9-D6C1A423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EB131B-2426-3266-F7D5-565BD578B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9CEF57-D14B-B6D6-4B0E-A0EC5D294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39995-EEC3-852C-F81A-F9DD717D2F2E}"/>
              </a:ext>
            </a:extLst>
          </p:cNvPr>
          <p:cNvSpPr txBox="1"/>
          <p:nvPr/>
        </p:nvSpPr>
        <p:spPr>
          <a:xfrm>
            <a:off x="187257" y="1297407"/>
            <a:ext cx="63691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LBracketTopLoad_Compliance_MassCost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5276F-7162-7255-9684-021F1C014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463"/>
            <a:ext cx="3533333" cy="2419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DE9968-BEE9-0FC2-F60A-5417268A2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69" y="4772493"/>
            <a:ext cx="3647619" cy="10095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D80957-8699-874B-A904-9C4A2BADD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828" y="1440587"/>
            <a:ext cx="5704762" cy="4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7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BEB7-381A-92B9-858C-B8615447E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86F46A-6FBD-2762-42AA-0B99BC9C37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A51E40B-FA75-0448-F479-3F7E6BBF7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435818-279E-6DB7-25EA-65ED6FAD8590}"/>
              </a:ext>
            </a:extLst>
          </p:cNvPr>
          <p:cNvSpPr txBox="1"/>
          <p:nvPr/>
        </p:nvSpPr>
        <p:spPr>
          <a:xfrm>
            <a:off x="187257" y="1297408"/>
            <a:ext cx="7341952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LBracketTopLoad_Compliance_MassCriticality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5AA58-2830-EC77-3ED8-CC5BC05D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79" y="2030511"/>
            <a:ext cx="3523809" cy="2295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DA8A92-6E9E-F394-1AC5-237AAA7F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79" y="4772492"/>
            <a:ext cx="3980952" cy="10666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86AE06-3CC8-9464-1860-F21B26CF0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623" y="1737765"/>
            <a:ext cx="5647619" cy="4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81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7CFD-C5C6-1271-F679-32510BB9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CE5945-E73B-EA98-079F-91C3A159C3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1CF4163-1892-01D1-B5F8-6E9E107C8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59264C-C039-C674-F32B-A0BFFAF6CB08}"/>
              </a:ext>
            </a:extLst>
          </p:cNvPr>
          <p:cNvSpPr txBox="1"/>
          <p:nvPr/>
        </p:nvSpPr>
        <p:spPr>
          <a:xfrm>
            <a:off x="206712" y="1262467"/>
            <a:ext cx="6094378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LBracketTopLoad_Stress_Compliance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38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EE13-D697-5547-F668-E880C8B4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C0A3E4-D999-5BEC-A054-DDC27D3F9D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3D2F44B-0386-1B22-32E8-0A99D83B8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5F39A-4D66-E48D-0C00-9AA82410DAFE}"/>
              </a:ext>
            </a:extLst>
          </p:cNvPr>
          <p:cNvSpPr txBox="1"/>
          <p:nvPr/>
        </p:nvSpPr>
        <p:spPr>
          <a:xfrm>
            <a:off x="138618" y="1211610"/>
            <a:ext cx="863681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LBracketTopLoad_Mass_StressSafetyFactorCompliance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040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616D-FB0C-7757-E05B-DDA8A2FA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D889A-5827-F49F-A506-1FBE086D82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A164B79-3C92-2B55-8050-A9B3707C5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4EF69-5BB0-A660-FE04-AEB90328996E}"/>
              </a:ext>
            </a:extLst>
          </p:cNvPr>
          <p:cNvSpPr txBox="1"/>
          <p:nvPr/>
        </p:nvSpPr>
        <p:spPr>
          <a:xfrm>
            <a:off x="284534" y="1466748"/>
            <a:ext cx="6094378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BliskSection_Compliance_MassCost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B8C05F-29A3-CC09-F828-3FAD68341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81" y="1965523"/>
            <a:ext cx="4330013" cy="27760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51C0F2-AA24-852D-3BC4-DDB00297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08731"/>
            <a:ext cx="3819048" cy="10476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55B613-5359-9B64-5171-669CD7D96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951" y="1670635"/>
            <a:ext cx="5819048" cy="4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13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6C86-7201-800C-271C-8A189437D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4706F3-601E-C0E4-6226-2CED79E6DA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38CB866-BFB6-66DD-2803-70AD17CBF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DF53C-50AD-AFFE-8417-72A2597DF826}"/>
              </a:ext>
            </a:extLst>
          </p:cNvPr>
          <p:cNvSpPr txBox="1"/>
          <p:nvPr/>
        </p:nvSpPr>
        <p:spPr>
          <a:xfrm>
            <a:off x="0" y="1260248"/>
            <a:ext cx="7838062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BliskSection_Mass_ComplianceCriticality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31ECF3-8C23-F14E-E5F8-B399FB83D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06" y="1828799"/>
            <a:ext cx="4222981" cy="29045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806C39-8634-CFAD-BEA7-19B4E3C7E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14" y="5171734"/>
            <a:ext cx="3819048" cy="10476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15963A-9538-5F06-FF03-165666246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800" y="1828799"/>
            <a:ext cx="5600000" cy="4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4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2478</TotalTime>
  <Words>80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Microsoft Sans Serif</vt:lpstr>
      <vt:lpstr>Tahoma</vt:lpstr>
      <vt:lpstr>Office Theme</vt:lpstr>
      <vt:lpstr>Example 1</vt:lpstr>
      <vt:lpstr>Example 2</vt:lpstr>
      <vt:lpstr>Example 3</vt:lpstr>
      <vt:lpstr>Example 4</vt:lpstr>
      <vt:lpstr>Example 5</vt:lpstr>
      <vt:lpstr>Example 6</vt:lpstr>
      <vt:lpstr>Example 7</vt:lpstr>
      <vt:lpstr>Example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Girish Deodhare</dc:creator>
  <cp:lastModifiedBy>Krishnan Suresh</cp:lastModifiedBy>
  <cp:revision>291</cp:revision>
  <dcterms:created xsi:type="dcterms:W3CDTF">2025-08-22T00:14:33Z</dcterms:created>
  <dcterms:modified xsi:type="dcterms:W3CDTF">2025-10-21T17:23:20Z</dcterms:modified>
</cp:coreProperties>
</file>