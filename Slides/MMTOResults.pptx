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381" r:id="rId2"/>
    <p:sldId id="2385" r:id="rId3"/>
    <p:sldId id="2386" r:id="rId4"/>
    <p:sldId id="2387" r:id="rId5"/>
    <p:sldId id="2388" r:id="rId6"/>
    <p:sldId id="2389" r:id="rId7"/>
    <p:sldId id="2390" r:id="rId8"/>
    <p:sldId id="2391" r:id="rId9"/>
    <p:sldId id="239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6" d="100"/>
          <a:sy n="66" d="100"/>
        </p:scale>
        <p:origin x="114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2AB9-3C4F-7EE5-5414-906B0218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09EF4D-F594-919E-C850-C770ACF71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7958ED7-7E4D-A9FF-1BDC-2E023AB75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4EC53C-6A45-0D52-A6F8-77750BFEA5CC}"/>
              </a:ext>
            </a:extLst>
          </p:cNvPr>
          <p:cNvSpPr txBox="1"/>
          <p:nvPr/>
        </p:nvSpPr>
        <p:spPr>
          <a:xfrm>
            <a:off x="284990" y="1015967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4FC1FF"/>
                </a:solidFill>
                <a:latin typeface="Consolas" panose="020B0609020204030204" pitchFamily="49" charset="0"/>
              </a:rPr>
              <a:t>BridgeProblem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A4DF30-DD8C-9BCF-55B1-3CB0809EC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18" y="1579280"/>
            <a:ext cx="3685714" cy="220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07339F-F8FC-4E0F-2FFE-4ED68842D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22" y="4056233"/>
            <a:ext cx="4161905" cy="99047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CDBE92-EA6F-FA36-279C-2C6CCDF09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499" y="1127317"/>
            <a:ext cx="5780952" cy="41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853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BFE42-A58D-708F-23CC-EA375A8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159FF3-940C-E3EE-2C46-7DC08DF1BB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9F07817-EB59-3B74-2E3A-9A23F371CE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8A9B68-030D-873F-1BB6-9DA53582B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73" y="1932409"/>
            <a:ext cx="3276190" cy="24095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C82CFE-79FE-D556-7378-F7D89EF70221}"/>
              </a:ext>
            </a:extLst>
          </p:cNvPr>
          <p:cNvSpPr txBox="1"/>
          <p:nvPr/>
        </p:nvSpPr>
        <p:spPr>
          <a:xfrm>
            <a:off x="187257" y="1297406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15D3D7-CAD1-2CF7-71DC-23F39923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54" y="5097000"/>
            <a:ext cx="4864529" cy="11724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E30926-516A-5E6D-217A-455AB1FFD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73414"/>
            <a:ext cx="5552381" cy="41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136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787E-BA49-A67E-9ED9-D6C1A423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EB131B-2426-3266-F7D5-565BD578B8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C9CEF57-D14B-B6D6-4B0E-A0EC5D2946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739995-EEC3-852C-F81A-F9DD717D2F2E}"/>
              </a:ext>
            </a:extLst>
          </p:cNvPr>
          <p:cNvSpPr txBox="1"/>
          <p:nvPr/>
        </p:nvSpPr>
        <p:spPr>
          <a:xfrm>
            <a:off x="187257" y="1297407"/>
            <a:ext cx="6369186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65276F-7162-7255-9684-021F1C014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8463"/>
            <a:ext cx="3533333" cy="2419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DE9968-BEE9-0FC2-F60A-5417268A2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69" y="4772493"/>
            <a:ext cx="3647619" cy="10095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D80957-8699-874B-A904-9C4A2BADD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828" y="1440587"/>
            <a:ext cx="5704762" cy="4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7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4BEB7-381A-92B9-858C-B8615447E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86F46A-6FBD-2762-42AA-0B99BC9C37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A51E40B-FA75-0448-F479-3F7E6BBF70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435818-279E-6DB7-25EA-65ED6FAD8590}"/>
              </a:ext>
            </a:extLst>
          </p:cNvPr>
          <p:cNvSpPr txBox="1"/>
          <p:nvPr/>
        </p:nvSpPr>
        <p:spPr>
          <a:xfrm>
            <a:off x="187257" y="1297408"/>
            <a:ext cx="7341952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5AA58-2830-EC77-3ED8-CC5BC05DD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79" y="2030511"/>
            <a:ext cx="3523809" cy="22952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DA8A92-6E9E-F394-1AC5-237AAA7F0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79" y="4772492"/>
            <a:ext cx="3980952" cy="106666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86AE06-3CC8-9464-1860-F21B26CF0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623" y="1737765"/>
            <a:ext cx="5647619" cy="4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2818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97CFD-C5C6-1271-F679-32510BB95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CE5945-E73B-EA98-079F-91C3A159C3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1CF4163-1892-01D1-B5F8-6E9E107C8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59264C-C039-C674-F32B-A0BFFAF6CB08}"/>
              </a:ext>
            </a:extLst>
          </p:cNvPr>
          <p:cNvSpPr txBox="1"/>
          <p:nvPr/>
        </p:nvSpPr>
        <p:spPr>
          <a:xfrm>
            <a:off x="206712" y="1262467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LBracketTopLoad_Stress_Compliance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2F36F5-8DA5-AD25-4C0A-50562B827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026" y="1934419"/>
            <a:ext cx="4168966" cy="27417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25408-D924-2902-FD3D-ABCAA2213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090" y="916055"/>
            <a:ext cx="5593565" cy="40999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EED1B8-7B1E-16E6-B557-3E153A0E7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212" y="5340616"/>
            <a:ext cx="4313294" cy="8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38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AEE13-D697-5547-F668-E880C8B41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0A3E4-D999-5BEC-A054-DDC27D3F9D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3D2F44B-0386-1B22-32E8-0A99D83B80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5F39A-4D66-E48D-0C00-9AA82410DAFE}"/>
              </a:ext>
            </a:extLst>
          </p:cNvPr>
          <p:cNvSpPr txBox="1"/>
          <p:nvPr/>
        </p:nvSpPr>
        <p:spPr>
          <a:xfrm>
            <a:off x="138618" y="1211610"/>
            <a:ext cx="863681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LBracketTopLoad_Mass_StressSafetyFactorCompliance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1040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616D-FB0C-7757-E05B-DDA8A2FA7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2D889A-5827-F49F-A506-1FBE086D82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A164B79-3C92-2B55-8050-A9B3707C5F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4EF69-5BB0-A660-FE04-AEB90328996E}"/>
              </a:ext>
            </a:extLst>
          </p:cNvPr>
          <p:cNvSpPr txBox="1"/>
          <p:nvPr/>
        </p:nvSpPr>
        <p:spPr>
          <a:xfrm>
            <a:off x="87764" y="1107933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D676ED-6E14-68CA-546A-0944F6FC8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0" y="1535373"/>
            <a:ext cx="3955123" cy="2591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1D96A8-2486-4A62-4667-CA433D529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400" y="1394293"/>
            <a:ext cx="5753599" cy="41837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0AA5BB2-E0A4-97C1-C986-3DF2FF5B4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4657968"/>
            <a:ext cx="3741744" cy="103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13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6C86-7201-800C-271C-8A189437D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4706F3-601E-C0E4-6226-2CED79E6DA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38CB866-BFB6-66DD-2803-70AD17CBF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12A068-B35E-CC70-14FD-C2F3E2EE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833695"/>
            <a:ext cx="4138019" cy="2773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15B7ED-B570-AD1E-456D-22C29485C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71" y="5068116"/>
            <a:ext cx="4496190" cy="10592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36DF42-A97A-929F-8C65-387CE8D9D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400" y="1660788"/>
            <a:ext cx="5753599" cy="41151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D0B6FA-25B9-761F-32B1-9C0DF31E0509}"/>
              </a:ext>
            </a:extLst>
          </p:cNvPr>
          <p:cNvSpPr txBox="1"/>
          <p:nvPr/>
        </p:nvSpPr>
        <p:spPr>
          <a:xfrm>
            <a:off x="380999" y="1075848"/>
            <a:ext cx="7837025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7041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F1A8C-814F-7C47-61A6-3EA5E2054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F96852-22AA-5E5B-2629-3757717642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01E4D27-C554-A0B0-BD84-A666D5EDB1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3E5D6D-1EA0-15B1-F54B-BE0CBCB90C82}"/>
              </a:ext>
            </a:extLst>
          </p:cNvPr>
          <p:cNvSpPr txBox="1"/>
          <p:nvPr/>
        </p:nvSpPr>
        <p:spPr>
          <a:xfrm>
            <a:off x="222812" y="1311564"/>
            <a:ext cx="6953491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BliskSection_Mass_StressSFCriticality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6195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2519</TotalTime>
  <Words>90</Words>
  <Application>Microsoft Office PowerPoint</Application>
  <PresentationFormat>Widescreen</PresentationFormat>
  <Paragraphs>27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Microsoft Sans Serif</vt:lpstr>
      <vt:lpstr>Tahoma</vt:lpstr>
      <vt:lpstr>Office Theme</vt:lpstr>
      <vt:lpstr>Example 1</vt:lpstr>
      <vt:lpstr>Example 2</vt:lpstr>
      <vt:lpstr>Example 3</vt:lpstr>
      <vt:lpstr>Example 4</vt:lpstr>
      <vt:lpstr>Example 5</vt:lpstr>
      <vt:lpstr>Example 6</vt:lpstr>
      <vt:lpstr>Example 7</vt:lpstr>
      <vt:lpstr>Example 8</vt:lpstr>
      <vt:lpstr>Example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299</cp:revision>
  <dcterms:created xsi:type="dcterms:W3CDTF">2025-08-22T00:14:33Z</dcterms:created>
  <dcterms:modified xsi:type="dcterms:W3CDTF">2025-10-22T12:29:58Z</dcterms:modified>
</cp:coreProperties>
</file>