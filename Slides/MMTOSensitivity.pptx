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40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98" d="100"/>
          <a:sy n="98" d="100"/>
        </p:scale>
        <p:origin x="9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7BC63F-E652-456B-B880-2F318D1A1929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865DCE-AB5F-46FA-B07C-E9C2FA202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691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3E921-FB76-0F4E-CF67-342D99434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F3B462-56C8-46A7-CCE8-306B8EEB49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B38E72-6F95-C42B-2756-4A763FFE7F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7CD1C-4385-157B-93D0-0E661B20C0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65DCE-AB5F-46FA-B07C-E9C2FA20270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738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72511-8B4B-89B2-7667-C1A25FE9A4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457D6-580D-82D3-E580-E61C708944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77E62-71C6-AFF0-22D5-88BD1F6CB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3C5DB-1A12-E644-E213-B4575442B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71BF5-C276-C51F-4B7F-954EF3C00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032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2FEB0-96DE-174B-31AC-320FF7846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E04DB-3DA6-15DA-E034-BE1114009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9C104-193F-E0BE-58A8-6DC26F3F3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19851-23A2-FF77-90D2-5D3FEC231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60BCF-CCA8-7064-2EA7-F9FB3794F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637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3FD85-33A4-04FF-6164-4454A6EF0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59931-0FB0-9171-CE3C-BC670C1B5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8012E-8400-632B-410D-2C764CF85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F6E2F-C8DB-9479-FA52-D89E612C1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A68E0-3AC3-220F-2B51-864908E71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173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24EA7-01EB-8AA0-5619-F7B06E99E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3D5C6-E7F3-439D-AD89-E25D2AE7B0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ECEC15-2409-2B4D-7825-527ECED6D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C0BE98-26E3-8D23-2350-A972AF042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B4D656-0C5B-DB07-918B-DADD9F43C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B6BE08-19A6-93E7-3B2E-21539D3D7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28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E3B1B-6C89-87D8-783D-B713F8617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C31DBE-318B-BC02-EEFD-BED880323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011DAC-C51C-7526-13CD-2D6E8802B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B6EC80-94EF-E5FB-23DF-E07B491C74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3F387F-C489-B6EC-60EE-C909DE9C4B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3241A0-BBA5-D8DB-4325-C4A831E5C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F47EB-B808-F09F-8D01-39CBA84F1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AF9359-2E83-1D5B-F061-07361D46D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185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B900D-A811-EF23-F8A1-AE51FD316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5C503C-9176-CF2C-06B9-AF2927797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1AC571-50BE-21AA-C729-3C307B600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34C2DE-5563-9201-1C47-E7A2C401E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945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257C9E-18D9-B611-A4D6-8D33A880A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CC2DD6-7065-FCDF-24EB-B20321847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67D967-DDE3-9040-0478-2DD991DC0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84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777CE-FD57-4B95-2DAC-0442441A9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FB0C6-5D43-3005-F1B8-21555EE33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A82AED-BEC1-5525-E364-1A3C16006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4F75D-BCD9-A48B-87A2-C6A429C1A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151453-1C7C-1FFA-397A-F31403A04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DE4D9C-02BA-1B5A-9AE7-8E2107AFC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82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C4D4B-5366-92C3-59D3-50693A5C9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6B78B-A2EC-CC14-A349-AA9CED2699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4CEE1C-A1A2-74C9-635D-E50FB46307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604D90-842D-3201-CDD6-2632892F3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D0DCF2-BA1B-93B5-BF7F-BD819610B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6CDDCA-2A6B-422F-8DC0-DC603D236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816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B9F7D-AE69-CC47-6713-526C186F0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578506-2A5C-CBFA-A31D-233EBCE54D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E65F3-5A9B-7557-97C0-F1A8EFE6F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D7616-AC41-CCA5-FB5E-65C3926CC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38FC5-380A-AB24-5631-87E5424F7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520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2248E9-D3C7-6BE2-CF1D-C050F25E23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E2620F-CEC7-B36C-E0A5-A318BEEF3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13526-2001-C706-E871-1DC40D4FA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4303-DE67-4DA8-B375-7E6264E8BDE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EE5C3-8F04-ADDB-3339-5E49968D8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8ADB9-B500-1797-4DA5-BA053642D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3376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_an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Distribution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Content Placeholder 10"/>
          <p:cNvSpPr>
            <a:spLocks noGrp="1"/>
          </p:cNvSpPr>
          <p:nvPr>
            <p:ph sz="quarter" idx="13"/>
          </p:nvPr>
        </p:nvSpPr>
        <p:spPr>
          <a:xfrm>
            <a:off x="381000" y="1143000"/>
            <a:ext cx="11252200" cy="5334000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>
              <a:buFont typeface="Arial" pitchFamily="34" charset="0"/>
              <a:buChar char="•"/>
              <a:defRPr sz="1600"/>
            </a:lvl2pPr>
            <a:lvl3pPr marL="1143000" indent="-228600">
              <a:buFont typeface="Arial" pitchFamily="34" charset="0"/>
              <a:buChar char="•"/>
              <a:defRPr sz="1400"/>
            </a:lvl3pPr>
            <a:lvl4pPr marL="1600200" indent="-228600">
              <a:buFont typeface="Arial" pitchFamily="34" charset="0"/>
              <a:buChar char="•"/>
              <a:defRPr sz="1300"/>
            </a:lvl4pPr>
            <a:lvl5pPr marL="2057400" indent="-228600">
              <a:buFont typeface="Arial" pitchFamily="34" charset="0"/>
              <a:buChar char="•"/>
              <a:defRPr sz="13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381000" y="151418"/>
            <a:ext cx="11302999" cy="612648"/>
          </a:xfrm>
        </p:spPr>
        <p:txBody>
          <a:bodyPr>
            <a:normAutofit/>
          </a:bodyPr>
          <a:lstStyle>
            <a:lvl1pPr algn="l">
              <a:defRPr sz="24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/>
          <p:cNvCxnSpPr>
            <a:cxnSpLocks noChangeShapeType="1"/>
          </p:cNvCxnSpPr>
          <p:nvPr userDrawn="1"/>
        </p:nvCxnSpPr>
        <p:spPr bwMode="auto">
          <a:xfrm>
            <a:off x="381000" y="841689"/>
            <a:ext cx="11302999" cy="0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flSlideMaster.Title_and_ContentFooter">
            <a:extLst>
              <a:ext uri="{FF2B5EF4-FFF2-40B4-BE49-F238E27FC236}">
                <a16:creationId xmlns:a16="http://schemas.microsoft.com/office/drawing/2014/main" id="{F05F7EFF-3110-B928-68C2-871312C89898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endParaRPr lang="en-US" sz="850" b="0" i="0" u="none" baseline="0">
              <a:solidFill>
                <a:srgbClr val="666666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8" name="hlSlideMaster.Title_and_ContentHeader">
            <a:extLst>
              <a:ext uri="{FF2B5EF4-FFF2-40B4-BE49-F238E27FC236}">
                <a16:creationId xmlns:a16="http://schemas.microsoft.com/office/drawing/2014/main" id="{44F40F80-E77B-F084-C964-B32D14012E01}"/>
              </a:ext>
            </a:extLst>
          </p:cNvPr>
          <p:cNvSpPr txBox="1"/>
          <p:nvPr userDrawn="1"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859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892AA6-9341-EA9F-B7D4-287FC0389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C46B7-5586-DDCA-0568-200B219A4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547A2-342A-2BD1-C0EC-9704E35C0D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5B4303-DE67-4DA8-B375-7E6264E8BDE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8D170-5168-B6B7-C383-0381F79340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0C7B2-DEB6-C941-D77B-010A348EF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3954A0-6317-440C-83D5-04239B63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636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9AB31-8040-8323-B077-BC801A1BA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1E6319-EB59-2F14-7917-A039812DBC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222902" y="6492875"/>
            <a:ext cx="2743200" cy="365125"/>
          </a:xfrm>
        </p:spPr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BB632D3-1C08-ED54-C191-4F51962606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6392618"/>
              </p:ext>
            </p:extLst>
          </p:nvPr>
        </p:nvGraphicFramePr>
        <p:xfrm>
          <a:off x="6875463" y="854075"/>
          <a:ext cx="3762375" cy="591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06560" imgH="4406760" progId="Equation.DSMT4">
                  <p:embed/>
                </p:oleObj>
              </mc:Choice>
              <mc:Fallback>
                <p:oleObj name="Equation" r:id="rId3" imgW="2806560" imgH="4406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75463" y="854075"/>
                        <a:ext cx="3762375" cy="591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41BA4E29-E99A-22A9-0875-199AFAA5A3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7073875"/>
              </p:ext>
            </p:extLst>
          </p:nvPr>
        </p:nvGraphicFramePr>
        <p:xfrm>
          <a:off x="320236" y="1862847"/>
          <a:ext cx="3082925" cy="491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98600" imgH="3657600" progId="Equation.DSMT4">
                  <p:embed/>
                </p:oleObj>
              </mc:Choice>
              <mc:Fallback>
                <p:oleObj name="Equation" r:id="rId5" imgW="2298600" imgH="365760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8BB632D3-1C08-ED54-C191-4F51962606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0236" y="1862847"/>
                        <a:ext cx="3082925" cy="4910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17157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2828</TotalTime>
  <Words>2</Words>
  <Application>Microsoft Office PowerPoint</Application>
  <PresentationFormat>Widescreen</PresentationFormat>
  <Paragraphs>2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Microsoft Sans Serif</vt:lpstr>
      <vt:lpstr>Tahoma</vt:lpstr>
      <vt:lpstr>Office Theme</vt:lpstr>
      <vt:lpstr>MathType 6.0 Equation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Gaurav Girish Deodhare</dc:creator>
  <cp:lastModifiedBy>Krishnan Suresh</cp:lastModifiedBy>
  <cp:revision>343</cp:revision>
  <dcterms:created xsi:type="dcterms:W3CDTF">2025-08-22T00:14:33Z</dcterms:created>
  <dcterms:modified xsi:type="dcterms:W3CDTF">2025-11-13T15:52:17Z</dcterms:modified>
</cp:coreProperties>
</file>