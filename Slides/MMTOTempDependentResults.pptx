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381" r:id="rId2"/>
    <p:sldId id="239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BC63F-E652-456B-B880-2F318D1A192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65DCE-AB5F-46FA-B07C-E9C2FA202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2511-8B4B-89B2-7667-C1A25FE9A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457D6-580D-82D3-E580-E61C70894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77E62-71C6-AFF0-22D5-88BD1F6C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C5DB-1A12-E644-E213-B4575442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1BF5-C276-C51F-4B7F-954EF3C0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3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FEB0-96DE-174B-31AC-320FF784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04DB-3DA6-15DA-E034-BE11140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C104-193F-E0BE-58A8-6DC26F3F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9851-23A2-FF77-90D2-5D3FEC23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0BCF-CCA8-7064-2EA7-F9FB3794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FD85-33A4-04FF-6164-4454A6E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9931-0FB0-9171-CE3C-BC670C1B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012E-8400-632B-410D-2C764CF8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6E2F-C8DB-9479-FA52-D89E612C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68E0-3AC3-220F-2B51-864908E7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4EA7-01EB-8AA0-5619-F7B06E99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D5C6-E7F3-439D-AD89-E25D2AE7B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CEC15-2409-2B4D-7825-527ECED6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BE98-26E3-8D23-2350-A972AF0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D656-0C5B-DB07-918B-DADD9F43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BE08-19A6-93E7-3B2E-21539D3D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3B1B-6C89-87D8-783D-B713F86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31DBE-318B-BC02-EEFD-BED88032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11DAC-C51C-7526-13CD-2D6E8802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6EC80-94EF-E5FB-23DF-E07B491C7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F387F-C489-B6EC-60EE-C909DE9C4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241A0-BBA5-D8DB-4325-C4A831E5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F47EB-B808-F09F-8D01-39CBA84F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9359-2E83-1D5B-F061-07361D4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900D-A811-EF23-F8A1-AE51FD31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C503C-9176-CF2C-06B9-AF292779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AC571-50BE-21AA-C729-3C307B60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4C2DE-5563-9201-1C47-E7A2C401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4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57C9E-18D9-B611-A4D6-8D33A880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C2DD6-7065-FCDF-24EB-B2032184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7D967-DDE3-9040-0478-2DD991DC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77CE-FD57-4B95-2DAC-0442441A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B0C6-5D43-3005-F1B8-21555EE3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82AED-BEC1-5525-E364-1A3C1600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F75D-BCD9-A48B-87A2-C6A429C1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51453-1C7C-1FFA-397A-F31403A0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4D9C-02BA-1B5A-9AE7-8E2107AF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4D4B-5366-92C3-59D3-50693A5C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6B78B-A2EC-CC14-A349-AA9CED269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CEE1C-A1A2-74C9-635D-E50FB463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04D90-842D-3201-CDD6-2632892F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0DCF2-BA1B-93B5-BF7F-BD819610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CDDCA-2A6B-422F-8DC0-DC603D23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9F7D-AE69-CC47-6713-526C186F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8506-2A5C-CBFA-A31D-233EBCE54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65F3-5A9B-7557-97C0-F1A8EFE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7616-AC41-CCA5-FB5E-65C3926C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8FC5-380A-AB24-5631-87E5424F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2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248E9-D3C7-6BE2-CF1D-C050F25E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620F-CEC7-B36C-E0A5-A318BEEF3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13526-2001-C706-E871-1DC40D4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EE5C3-8F04-ADDB-3339-5E49968D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ADB9-B500-1797-4DA5-BA053642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2522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5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92AA6-9341-EA9F-B7D4-287FC038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6B7-5586-DDCA-0568-200B219A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47A2-342A-2BD1-C0EC-9704E35C0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B4303-DE67-4DA8-B375-7E6264E8BDE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D170-5168-B6B7-C383-0381F7934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0C7B2-DEB6-C941-D77B-010A348EF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2AB9-3C4F-7EE5-5414-906B0218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09EF4D-F594-919E-C850-C770ACF712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799" y="6430254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958ED7-7E4D-A9FF-1BDC-2E023AB75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1a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85D25-A985-5F79-194C-F342A5E87DEA}"/>
              </a:ext>
            </a:extLst>
          </p:cNvPr>
          <p:cNvSpPr txBox="1"/>
          <p:nvPr/>
        </p:nvSpPr>
        <p:spPr>
          <a:xfrm>
            <a:off x="381000" y="1289431"/>
            <a:ext cx="8052071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MMTOTempDependentExamples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LBracket_Compliance_Mass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03D71-577A-2FD7-E796-E0080C46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00" y="1713360"/>
            <a:ext cx="4133333" cy="28476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D1D6F0-F313-B60E-C348-795E23C26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1" y="5411206"/>
            <a:ext cx="5076190" cy="10190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577D1D-A717-7D68-D1FB-1D002E74F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4905"/>
            <a:ext cx="4200000" cy="28095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AA4E31-4AB7-B47B-0CCA-EE138BF66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138" y="1532017"/>
            <a:ext cx="3866436" cy="28476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A76F48-6B0E-BF15-85D6-79D1575DE589}"/>
              </a:ext>
            </a:extLst>
          </p:cNvPr>
          <p:cNvSpPr txBox="1"/>
          <p:nvPr/>
        </p:nvSpPr>
        <p:spPr>
          <a:xfrm>
            <a:off x="7412477" y="5107021"/>
            <a:ext cx="375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Linear (i.e., conductivity is constant)</a:t>
            </a:r>
          </a:p>
        </p:txBody>
      </p:sp>
    </p:spTree>
    <p:extLst>
      <p:ext uri="{BB962C8B-B14F-4D97-AF65-F5344CB8AC3E}">
        <p14:creationId xmlns:p14="http://schemas.microsoft.com/office/powerpoint/2010/main" val="103585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E5B6-73C4-DB31-5AC8-8490CB74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1026F2-ED68-E585-2ECC-9A371200A6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0799" y="6430254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0AC8653-9B97-4272-51EE-A9FE4436B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6366"/>
            <a:ext cx="11302999" cy="612648"/>
          </a:xfrm>
        </p:spPr>
        <p:txBody>
          <a:bodyPr>
            <a:normAutofit/>
          </a:bodyPr>
          <a:lstStyle/>
          <a:p>
            <a:r>
              <a:rPr lang="en-US" dirty="0"/>
              <a:t>Example 1b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080C5-F77D-60E1-CDA0-738478DFE126}"/>
              </a:ext>
            </a:extLst>
          </p:cNvPr>
          <p:cNvSpPr txBox="1"/>
          <p:nvPr/>
        </p:nvSpPr>
        <p:spPr>
          <a:xfrm>
            <a:off x="381000" y="1289431"/>
            <a:ext cx="8052071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MMTOTempDependentExamples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LBracket_Compliance_Mass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54FC13-3FF8-2CA3-8881-32656250B4D9}"/>
              </a:ext>
            </a:extLst>
          </p:cNvPr>
          <p:cNvSpPr txBox="1"/>
          <p:nvPr/>
        </p:nvSpPr>
        <p:spPr>
          <a:xfrm>
            <a:off x="7023371" y="5411206"/>
            <a:ext cx="4965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Non-linear (i.e., conductivity is temp dependent)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A349C-2643-D655-3B0D-8DE84B14B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54" y="1941116"/>
            <a:ext cx="3219048" cy="2314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F31BD9-2426-B7F1-7AE6-351767D0D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7" y="2093497"/>
            <a:ext cx="3485714" cy="2161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3C88D1-B04F-0DFC-FDEC-D6914115F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53" y="4982634"/>
            <a:ext cx="4914286" cy="857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E09CA6-423B-B175-112D-1D076B38F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3614" y="1746563"/>
            <a:ext cx="3620217" cy="268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2529</TotalTime>
  <Words>41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Microsoft Sans Serif</vt:lpstr>
      <vt:lpstr>Tahoma</vt:lpstr>
      <vt:lpstr>Office Theme</vt:lpstr>
      <vt:lpstr>Example 1a</vt:lpstr>
      <vt:lpstr>Example 1b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Girish Deodhare</dc:creator>
  <cp:lastModifiedBy>Krishnan Suresh</cp:lastModifiedBy>
  <cp:revision>295</cp:revision>
  <dcterms:created xsi:type="dcterms:W3CDTF">2025-08-22T00:14:33Z</dcterms:created>
  <dcterms:modified xsi:type="dcterms:W3CDTF">2025-10-21T18:15:11Z</dcterms:modified>
</cp:coreProperties>
</file>