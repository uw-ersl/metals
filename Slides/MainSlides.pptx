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2"/>
  </p:sldMasterIdLst>
  <p:notesMasterIdLst>
    <p:notesMasterId r:id="rId6"/>
  </p:notesMasterIdLst>
  <p:handoutMasterIdLst>
    <p:handoutMasterId r:id="rId7"/>
  </p:handoutMasterIdLst>
  <p:sldIdLst>
    <p:sldId id="2381" r:id="rId3"/>
    <p:sldId id="2383" r:id="rId4"/>
    <p:sldId id="2382" r:id="rId5"/>
  </p:sldIdLst>
  <p:sldSz cx="12192000" cy="6858000"/>
  <p:notesSz cx="7010400" cy="92964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2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4FA7938-4788-6276-2657-75E2870939EC}" name="Avi Wolnek" initials="AW" userId="S::avwo7040@colorado.edu::06ac8d62-84ed-4108-a5c6-2e55b190c0b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AE8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37" autoAdjust="0"/>
    <p:restoredTop sz="94645" autoAdjust="0"/>
  </p:normalViewPr>
  <p:slideViewPr>
    <p:cSldViewPr snapToGrid="0" showGuides="1">
      <p:cViewPr varScale="1">
        <p:scale>
          <a:sx n="70" d="100"/>
          <a:sy n="70" d="100"/>
        </p:scale>
        <p:origin x="1253" y="38"/>
      </p:cViewPr>
      <p:guideLst>
        <p:guide orient="horz" pos="2162"/>
        <p:guide pos="384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658"/>
    </p:cViewPr>
  </p:sorterViewPr>
  <p:notesViewPr>
    <p:cSldViewPr snapToGrid="0" showGuides="1">
      <p:cViewPr varScale="1">
        <p:scale>
          <a:sx n="83" d="100"/>
          <a:sy n="83" d="100"/>
        </p:scale>
        <p:origin x="3894" y="90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8/10/relationships/authors" Target="authors.xml"/><Relationship Id="rId3" Type="http://schemas.openxmlformats.org/officeDocument/2006/relationships/slide" Target="slides/slide1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A45904C4-010F-4896-9D22-0FDDB5A0FF93}" type="datetimeFigureOut">
              <a:rPr lang="en-US" smtClean="0">
                <a:solidFill>
                  <a:schemeClr val="bg1">
                    <a:lumMod val="6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pPr/>
              <a:t>11/23/2025</a:t>
            </a:fld>
            <a:endParaRPr lang="en-US" dirty="0">
              <a:solidFill>
                <a:schemeClr val="bg1">
                  <a:lumMod val="65000"/>
                </a:schemeClr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Distribution Statement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4899D1F1-6DC0-4977-808C-FD0BF7AD2565}" type="slidenum">
              <a:rPr lang="en-US" smtClean="0">
                <a:solidFill>
                  <a:schemeClr val="bg1">
                    <a:lumMod val="6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pPr/>
              <a:t>‹#›</a:t>
            </a:fld>
            <a:endParaRPr lang="en-US" dirty="0">
              <a:solidFill>
                <a:schemeClr val="bg1">
                  <a:lumMod val="65000"/>
                </a:schemeClr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6" name="Picture 6" descr="TITLE-HEADER LOGO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787" y="-77470"/>
            <a:ext cx="1582209" cy="1084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945924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solidFill>
                  <a:schemeClr val="bg1">
                    <a:lumMod val="6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fld id="{92715C0D-0E45-40B4-BE1B-664AAA8E6B7F}" type="datetimeFigureOut">
              <a:rPr lang="en-US" smtClean="0"/>
              <a:pPr/>
              <a:t>11/23/2025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895350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648200"/>
            <a:ext cx="5608320" cy="395097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solidFill>
                  <a:schemeClr val="bg1">
                    <a:lumMod val="6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 dirty="0"/>
              <a:t>Distribution Statement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>
                <a:solidFill>
                  <a:schemeClr val="bg1">
                    <a:lumMod val="6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fld id="{639B577F-6036-4BCD-9021-A736CBC2873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6" descr="TITLE-HEADER LOGO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787" y="-77470"/>
            <a:ext cx="1582209" cy="1084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18633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Tahoma" pitchFamily="34" charset="0"/>
        <a:ea typeface="Tahoma" pitchFamily="34" charset="0"/>
        <a:cs typeface="Tahoma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Tahoma" pitchFamily="34" charset="0"/>
        <a:ea typeface="Tahoma" pitchFamily="34" charset="0"/>
        <a:cs typeface="Tahoma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Tahoma" pitchFamily="34" charset="0"/>
        <a:ea typeface="Tahoma" pitchFamily="34" charset="0"/>
        <a:cs typeface="Tahoma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Tahoma" pitchFamily="34" charset="0"/>
        <a:ea typeface="Tahoma" pitchFamily="34" charset="0"/>
        <a:cs typeface="Tahoma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Tahoma" pitchFamily="34" charset="0"/>
        <a:ea typeface="Tahoma" pitchFamily="34" charset="0"/>
        <a:cs typeface="Tahoma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8CEE0-DE86-651D-D191-8A90F9240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29C593-80FF-4DAC-8CB2-55EF5A452B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560D52-09B6-DAB4-4F6F-241AFD241B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C2229C-00C3-61DD-235C-88C412FB21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B577F-6036-4BCD-9021-A736CBC28733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10576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90706-99F1-0D58-FB80-BDDBE1B60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E68C98-8C21-B6DA-AEDB-708040AAD2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A28DEA-A7F5-4B6C-E0CC-B752045B03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053C43-3256-2E85-5B10-3A45E0C5C0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B577F-6036-4BCD-9021-A736CBC2873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03341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85750-1D69-C2F0-BA10-02DF70F5D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7748B9-0176-8151-9D4C-135454323C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C34779-F0AE-B98A-232A-72F0154008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401AB3-BBD3-3BD5-3CD2-CE2AD9C3D5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B577F-6036-4BCD-9021-A736CBC28733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72281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Distribution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910167" y="1456511"/>
            <a:ext cx="10363200" cy="457200"/>
          </a:xfrm>
        </p:spPr>
        <p:txBody>
          <a:bodyPr anchor="b" anchorCtr="0"/>
          <a:lstStyle>
            <a:lvl1pPr algn="ctr">
              <a:defRPr sz="2400" b="1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2057400"/>
            <a:ext cx="8534400" cy="1752600"/>
          </a:xfrm>
        </p:spPr>
        <p:txBody>
          <a:bodyPr/>
          <a:lstStyle>
            <a:lvl1pPr marL="0" indent="0" algn="ctr">
              <a:buNone/>
              <a:defRPr sz="18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add briefer names</a:t>
            </a:r>
          </a:p>
        </p:txBody>
      </p:sp>
      <p:cxnSp>
        <p:nvCxnSpPr>
          <p:cNvPr id="7" name="Straight Connector 6"/>
          <p:cNvCxnSpPr>
            <a:cxnSpLocks noChangeShapeType="1"/>
          </p:cNvCxnSpPr>
          <p:nvPr userDrawn="1"/>
        </p:nvCxnSpPr>
        <p:spPr bwMode="auto">
          <a:xfrm>
            <a:off x="508000" y="1979616"/>
            <a:ext cx="11176000" cy="1587"/>
          </a:xfrm>
          <a:prstGeom prst="line">
            <a:avLst/>
          </a:prstGeom>
          <a:noFill/>
          <a:ln w="22225">
            <a:solidFill>
              <a:srgbClr val="0F5E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1834195" y="4049487"/>
            <a:ext cx="8524567" cy="720221"/>
          </a:xfrm>
        </p:spPr>
        <p:txBody>
          <a:bodyPr/>
          <a:lstStyle>
            <a:lvl1pPr algn="ctr" eaLnBrk="1" hangingPunct="1"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eaLnBrk="1" hangingPunct="1"/>
            <a:r>
              <a:rPr lang="en-US" dirty="0">
                <a:latin typeface="Tahoma" charset="0"/>
              </a:rPr>
              <a:t>Click to edit “Briefing prepared for”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3653367" y="4790049"/>
            <a:ext cx="4876799" cy="322825"/>
          </a:xfrm>
        </p:spPr>
        <p:txBody>
          <a:bodyPr/>
          <a:lstStyle>
            <a:lvl1pPr algn="ctr" eaLnBrk="1" hangingPunct="1"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eaLnBrk="1" hangingPunct="1"/>
            <a:r>
              <a:rPr lang="en-US" dirty="0">
                <a:latin typeface="Tahoma" charset="0"/>
              </a:rPr>
              <a:t>Click to edit Date</a:t>
            </a:r>
          </a:p>
        </p:txBody>
      </p:sp>
      <p:sp>
        <p:nvSpPr>
          <p:cNvPr id="2" name="flSlideMaster.Title_SlideFooter">
            <a:extLst>
              <a:ext uri="{FF2B5EF4-FFF2-40B4-BE49-F238E27FC236}">
                <a16:creationId xmlns:a16="http://schemas.microsoft.com/office/drawing/2014/main" id="{A05B99A9-B302-9A2A-05E2-F8139F1A186E}"/>
              </a:ext>
            </a:extLst>
          </p:cNvPr>
          <p:cNvSpPr txBox="1"/>
          <p:nvPr userDrawn="1"/>
        </p:nvSpPr>
        <p:spPr>
          <a:xfrm>
            <a:off x="0" y="665226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8" name="hlSlideMaster.Title_SlideHeader">
            <a:extLst>
              <a:ext uri="{FF2B5EF4-FFF2-40B4-BE49-F238E27FC236}">
                <a16:creationId xmlns:a16="http://schemas.microsoft.com/office/drawing/2014/main" id="{C6DE5E5D-C731-E68E-4068-74BD4EC2B3A8}"/>
              </a:ext>
            </a:extLst>
          </p:cNvPr>
          <p:cNvSpPr txBox="1"/>
          <p:nvPr userDrawn="1"/>
        </p:nvSpPr>
        <p:spPr>
          <a:xfrm>
            <a:off x="0" y="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8614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lide@@TIT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Distribution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910167" y="1456511"/>
            <a:ext cx="10363200" cy="457200"/>
          </a:xfrm>
        </p:spPr>
        <p:txBody>
          <a:bodyPr anchor="b" anchorCtr="0"/>
          <a:lstStyle>
            <a:lvl1pPr algn="ctr">
              <a:defRPr sz="2400" b="1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2057400"/>
            <a:ext cx="8534400" cy="1752600"/>
          </a:xfrm>
        </p:spPr>
        <p:txBody>
          <a:bodyPr/>
          <a:lstStyle>
            <a:lvl1pPr marL="0" indent="0" algn="ctr">
              <a:buNone/>
              <a:defRPr sz="18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add briefer names</a:t>
            </a:r>
          </a:p>
        </p:txBody>
      </p:sp>
      <p:cxnSp>
        <p:nvCxnSpPr>
          <p:cNvPr id="7" name="Straight Connector 6"/>
          <p:cNvCxnSpPr>
            <a:cxnSpLocks noChangeShapeType="1"/>
          </p:cNvCxnSpPr>
          <p:nvPr userDrawn="1"/>
        </p:nvCxnSpPr>
        <p:spPr bwMode="auto">
          <a:xfrm>
            <a:off x="508000" y="1979616"/>
            <a:ext cx="11176000" cy="1587"/>
          </a:xfrm>
          <a:prstGeom prst="line">
            <a:avLst/>
          </a:prstGeom>
          <a:noFill/>
          <a:ln w="22225">
            <a:solidFill>
              <a:srgbClr val="0F5E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1834195" y="4049487"/>
            <a:ext cx="8524567" cy="720221"/>
          </a:xfrm>
        </p:spPr>
        <p:txBody>
          <a:bodyPr/>
          <a:lstStyle>
            <a:lvl1pPr algn="ctr" eaLnBrk="1" hangingPunct="1"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eaLnBrk="1" hangingPunct="1"/>
            <a:r>
              <a:rPr lang="en-US" dirty="0">
                <a:latin typeface="Tahoma" charset="0"/>
              </a:rPr>
              <a:t>Click to edit “Briefing prepared for”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3653367" y="4790049"/>
            <a:ext cx="4876799" cy="322825"/>
          </a:xfrm>
        </p:spPr>
        <p:txBody>
          <a:bodyPr/>
          <a:lstStyle>
            <a:lvl1pPr algn="ctr" eaLnBrk="1" hangingPunct="1"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eaLnBrk="1" hangingPunct="1"/>
            <a:r>
              <a:rPr lang="en-US" dirty="0">
                <a:latin typeface="Tahoma" charset="0"/>
              </a:rPr>
              <a:t>Click to edit Date</a:t>
            </a:r>
          </a:p>
        </p:txBody>
      </p:sp>
      <p:sp>
        <p:nvSpPr>
          <p:cNvPr id="2" name="flSlideMaster.Title_SlideFooter">
            <a:extLst>
              <a:ext uri="{FF2B5EF4-FFF2-40B4-BE49-F238E27FC236}">
                <a16:creationId xmlns:a16="http://schemas.microsoft.com/office/drawing/2014/main" id="{A05B99A9-B302-9A2A-05E2-F8139F1A186E}"/>
              </a:ext>
            </a:extLst>
          </p:cNvPr>
          <p:cNvSpPr txBox="1"/>
          <p:nvPr userDrawn="1"/>
        </p:nvSpPr>
        <p:spPr>
          <a:xfrm>
            <a:off x="0" y="653796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850" b="0" i="0" u="none" baseline="0">
              <a:solidFill>
                <a:srgbClr val="666666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8" name="hlSlideMaster.Title_SlideHeader">
            <a:extLst>
              <a:ext uri="{FF2B5EF4-FFF2-40B4-BE49-F238E27FC236}">
                <a16:creationId xmlns:a16="http://schemas.microsoft.com/office/drawing/2014/main" id="{C6DE5E5D-C731-E68E-4068-74BD4EC2B3A8}"/>
              </a:ext>
            </a:extLst>
          </p:cNvPr>
          <p:cNvSpPr txBox="1"/>
          <p:nvPr userDrawn="1"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018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lide_No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Distribution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914400" y="2514600"/>
            <a:ext cx="10363200" cy="914400"/>
          </a:xfrm>
        </p:spPr>
        <p:txBody>
          <a:bodyPr/>
          <a:lstStyle>
            <a:lvl1pPr algn="ctr">
              <a:defRPr sz="2200" b="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6" name="Straight Connector 5"/>
          <p:cNvCxnSpPr>
            <a:cxnSpLocks noChangeShapeType="1"/>
          </p:cNvCxnSpPr>
          <p:nvPr userDrawn="1"/>
        </p:nvCxnSpPr>
        <p:spPr bwMode="auto">
          <a:xfrm>
            <a:off x="508000" y="3198816"/>
            <a:ext cx="11176000" cy="1587"/>
          </a:xfrm>
          <a:prstGeom prst="line">
            <a:avLst/>
          </a:prstGeom>
          <a:noFill/>
          <a:ln w="22225">
            <a:solidFill>
              <a:srgbClr val="0F5E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flSlideMaster.Title_Slide_No SubtitleFooter">
            <a:extLst>
              <a:ext uri="{FF2B5EF4-FFF2-40B4-BE49-F238E27FC236}">
                <a16:creationId xmlns:a16="http://schemas.microsoft.com/office/drawing/2014/main" id="{A774DFFD-655B-B6D3-918B-96B85966FB95}"/>
              </a:ext>
            </a:extLst>
          </p:cNvPr>
          <p:cNvSpPr txBox="1"/>
          <p:nvPr userDrawn="1"/>
        </p:nvSpPr>
        <p:spPr>
          <a:xfrm>
            <a:off x="0" y="665226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7" name="hlSlideMaster.Title_Slide_No SubtitleHeader">
            <a:extLst>
              <a:ext uri="{FF2B5EF4-FFF2-40B4-BE49-F238E27FC236}">
                <a16:creationId xmlns:a16="http://schemas.microsoft.com/office/drawing/2014/main" id="{CE56B7C1-087A-82B3-382E-FFCD1A0D51A8}"/>
              </a:ext>
            </a:extLst>
          </p:cNvPr>
          <p:cNvSpPr txBox="1"/>
          <p:nvPr userDrawn="1"/>
        </p:nvSpPr>
        <p:spPr>
          <a:xfrm>
            <a:off x="0" y="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3680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lide_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Distribution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914400" y="2514600"/>
            <a:ext cx="10363200" cy="914400"/>
          </a:xfrm>
        </p:spPr>
        <p:txBody>
          <a:bodyPr/>
          <a:lstStyle>
            <a:lvl1pPr algn="ctr">
              <a:defRPr sz="2200" b="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6" name="Straight Connector 5"/>
          <p:cNvCxnSpPr>
            <a:cxnSpLocks noChangeShapeType="1"/>
          </p:cNvCxnSpPr>
          <p:nvPr userDrawn="1"/>
        </p:nvCxnSpPr>
        <p:spPr bwMode="auto">
          <a:xfrm>
            <a:off x="508000" y="3198816"/>
            <a:ext cx="11176000" cy="1587"/>
          </a:xfrm>
          <a:prstGeom prst="line">
            <a:avLst/>
          </a:prstGeom>
          <a:noFill/>
          <a:ln w="22225">
            <a:solidFill>
              <a:srgbClr val="0F5E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914400" y="3352798"/>
            <a:ext cx="10363200" cy="465138"/>
          </a:xfrm>
        </p:spPr>
        <p:txBody>
          <a:bodyPr/>
          <a:lstStyle>
            <a:lvl1pPr algn="ctr">
              <a:defRPr sz="1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" name="flSlideMaster.Title_Slide_SubtitleFooter">
            <a:extLst>
              <a:ext uri="{FF2B5EF4-FFF2-40B4-BE49-F238E27FC236}">
                <a16:creationId xmlns:a16="http://schemas.microsoft.com/office/drawing/2014/main" id="{18C8FEBF-90FD-D2CD-7151-C56CECFBFE49}"/>
              </a:ext>
            </a:extLst>
          </p:cNvPr>
          <p:cNvSpPr txBox="1"/>
          <p:nvPr userDrawn="1"/>
        </p:nvSpPr>
        <p:spPr>
          <a:xfrm>
            <a:off x="0" y="665226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7" name="hlSlideMaster.Title_Slide_SubtitleHeader">
            <a:extLst>
              <a:ext uri="{FF2B5EF4-FFF2-40B4-BE49-F238E27FC236}">
                <a16:creationId xmlns:a16="http://schemas.microsoft.com/office/drawing/2014/main" id="{450C4271-7FD7-2892-C130-A39742F3BCE1}"/>
              </a:ext>
            </a:extLst>
          </p:cNvPr>
          <p:cNvSpPr txBox="1"/>
          <p:nvPr userDrawn="1"/>
        </p:nvSpPr>
        <p:spPr>
          <a:xfrm>
            <a:off x="0" y="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4112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Distribution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876300" y="4329372"/>
            <a:ext cx="10363200" cy="1461828"/>
          </a:xfrm>
        </p:spPr>
        <p:txBody>
          <a:bodyPr anchor="t"/>
          <a:lstStyle>
            <a:lvl1pPr algn="l">
              <a:defRPr sz="2400" b="1" baseline="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6" name="Straight Connector 5"/>
          <p:cNvCxnSpPr>
            <a:cxnSpLocks noChangeShapeType="1"/>
          </p:cNvCxnSpPr>
          <p:nvPr userDrawn="1"/>
        </p:nvCxnSpPr>
        <p:spPr bwMode="auto">
          <a:xfrm>
            <a:off x="508000" y="4341816"/>
            <a:ext cx="11176000" cy="1587"/>
          </a:xfrm>
          <a:prstGeom prst="line">
            <a:avLst/>
          </a:prstGeom>
          <a:noFill/>
          <a:ln w="22225">
            <a:solidFill>
              <a:srgbClr val="0F5E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892629" y="2954111"/>
            <a:ext cx="10363200" cy="1379538"/>
          </a:xfrm>
        </p:spPr>
        <p:txBody>
          <a:bodyPr anchor="b"/>
          <a:lstStyle>
            <a:lvl1pPr algn="l">
              <a:defRPr sz="1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flSlideMaster.Section_HeaderFooter">
            <a:extLst>
              <a:ext uri="{FF2B5EF4-FFF2-40B4-BE49-F238E27FC236}">
                <a16:creationId xmlns:a16="http://schemas.microsoft.com/office/drawing/2014/main" id="{78B20C65-A441-DAD8-4DAE-AB77364F799F}"/>
              </a:ext>
            </a:extLst>
          </p:cNvPr>
          <p:cNvSpPr txBox="1"/>
          <p:nvPr userDrawn="1"/>
        </p:nvSpPr>
        <p:spPr>
          <a:xfrm>
            <a:off x="0" y="665226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8" name="hlSlideMaster.Section_HeaderHeader">
            <a:extLst>
              <a:ext uri="{FF2B5EF4-FFF2-40B4-BE49-F238E27FC236}">
                <a16:creationId xmlns:a16="http://schemas.microsoft.com/office/drawing/2014/main" id="{2493CD1E-BB99-C36A-6927-55E7D3DD8C32}"/>
              </a:ext>
            </a:extLst>
          </p:cNvPr>
          <p:cNvSpPr txBox="1"/>
          <p:nvPr userDrawn="1"/>
        </p:nvSpPr>
        <p:spPr>
          <a:xfrm>
            <a:off x="0" y="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4376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and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Distribution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Content Placeholder 10"/>
          <p:cNvSpPr>
            <a:spLocks noGrp="1"/>
          </p:cNvSpPr>
          <p:nvPr>
            <p:ph sz="quarter" idx="13"/>
          </p:nvPr>
        </p:nvSpPr>
        <p:spPr>
          <a:xfrm>
            <a:off x="558800" y="1143000"/>
            <a:ext cx="11074400" cy="5334000"/>
          </a:xfrm>
        </p:spPr>
        <p:txBody>
          <a:bodyPr/>
          <a:lstStyle>
            <a:lvl1pPr marL="342900" indent="-342900">
              <a:buFont typeface="Arial" pitchFamily="34" charset="0"/>
              <a:buChar char="•"/>
              <a:defRPr sz="18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742950" indent="-285750">
              <a:buFont typeface="Arial" pitchFamily="34" charset="0"/>
              <a:buChar char="•"/>
              <a:defRPr sz="1600"/>
            </a:lvl2pPr>
            <a:lvl3pPr marL="1143000" indent="-228600">
              <a:buFont typeface="Arial" pitchFamily="34" charset="0"/>
              <a:buChar char="•"/>
              <a:defRPr sz="1400"/>
            </a:lvl3pPr>
            <a:lvl4pPr marL="1600200" indent="-228600">
              <a:buFont typeface="Arial" pitchFamily="34" charset="0"/>
              <a:buChar char="•"/>
              <a:defRPr sz="1300"/>
            </a:lvl4pPr>
            <a:lvl5pPr marL="2057400" indent="-228600">
              <a:buFont typeface="Arial" pitchFamily="34" charset="0"/>
              <a:buChar char="•"/>
              <a:defRPr sz="13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381000" y="151418"/>
            <a:ext cx="11302999" cy="612648"/>
          </a:xfrm>
        </p:spPr>
        <p:txBody>
          <a:bodyPr>
            <a:normAutofit/>
          </a:bodyPr>
          <a:lstStyle>
            <a:lvl1pPr algn="l">
              <a:defRPr sz="2400" b="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/>
          <p:cNvCxnSpPr>
            <a:cxnSpLocks noChangeShapeType="1"/>
          </p:cNvCxnSpPr>
          <p:nvPr userDrawn="1"/>
        </p:nvCxnSpPr>
        <p:spPr bwMode="auto">
          <a:xfrm>
            <a:off x="381000" y="841689"/>
            <a:ext cx="11302999" cy="0"/>
          </a:xfrm>
          <a:prstGeom prst="line">
            <a:avLst/>
          </a:prstGeom>
          <a:noFill/>
          <a:ln w="22225">
            <a:solidFill>
              <a:srgbClr val="0F5E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B0DF5F8F-A9F1-75D7-8ABB-8E82A22272C4}"/>
              </a:ext>
            </a:extLst>
          </p:cNvPr>
          <p:cNvGrpSpPr/>
          <p:nvPr userDrawn="1"/>
        </p:nvGrpSpPr>
        <p:grpSpPr>
          <a:xfrm>
            <a:off x="8575027" y="300404"/>
            <a:ext cx="3108973" cy="397171"/>
            <a:chOff x="5682659" y="68098"/>
            <a:chExt cx="3108973" cy="397171"/>
          </a:xfrm>
        </p:grpSpPr>
        <p:pic>
          <p:nvPicPr>
            <p:cNvPr id="10" name="Picture 8" descr="TSC-C+1.png">
              <a:extLst>
                <a:ext uri="{FF2B5EF4-FFF2-40B4-BE49-F238E27FC236}">
                  <a16:creationId xmlns:a16="http://schemas.microsoft.com/office/drawing/2014/main" id="{3828648B-D94E-1098-93AC-2E0479BC29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82659" y="111204"/>
              <a:ext cx="1647175" cy="1750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Picture 6" descr=" ">
              <a:extLst>
                <a:ext uri="{FF2B5EF4-FFF2-40B4-BE49-F238E27FC236}">
                  <a16:creationId xmlns:a16="http://schemas.microsoft.com/office/drawing/2014/main" id="{DB72F38F-8023-4416-6B4A-E42C3AD90D3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17283" y="68098"/>
              <a:ext cx="974904" cy="1977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8" descr="UW logo, flush">
              <a:extLst>
                <a:ext uri="{FF2B5EF4-FFF2-40B4-BE49-F238E27FC236}">
                  <a16:creationId xmlns:a16="http://schemas.microsoft.com/office/drawing/2014/main" id="{B13CFD18-2DB8-75C4-9C3B-E57B431303D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629" t="25154" r="7434" b="25497"/>
            <a:stretch/>
          </p:blipFill>
          <p:spPr bwMode="auto">
            <a:xfrm>
              <a:off x="6969244" y="222700"/>
              <a:ext cx="648039" cy="228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4" descr="umiami-horizontal">
              <a:extLst>
                <a:ext uri="{FF2B5EF4-FFF2-40B4-BE49-F238E27FC236}">
                  <a16:creationId xmlns:a16="http://schemas.microsoft.com/office/drawing/2014/main" id="{C022895C-8AD0-ABEB-FF3C-C825D93BBE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60114" y="282389"/>
              <a:ext cx="731518" cy="182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flSlideMaster.Title_and_ContentFooter">
            <a:extLst>
              <a:ext uri="{FF2B5EF4-FFF2-40B4-BE49-F238E27FC236}">
                <a16:creationId xmlns:a16="http://schemas.microsoft.com/office/drawing/2014/main" id="{F05F7EFF-3110-B928-68C2-871312C89898}"/>
              </a:ext>
            </a:extLst>
          </p:cNvPr>
          <p:cNvSpPr txBox="1"/>
          <p:nvPr userDrawn="1"/>
        </p:nvSpPr>
        <p:spPr>
          <a:xfrm>
            <a:off x="0" y="665226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8" name="hlSlideMaster.Title_and_ContentHeader">
            <a:extLst>
              <a:ext uri="{FF2B5EF4-FFF2-40B4-BE49-F238E27FC236}">
                <a16:creationId xmlns:a16="http://schemas.microsoft.com/office/drawing/2014/main" id="{44F40F80-E77B-F084-C964-B32D14012E01}"/>
              </a:ext>
            </a:extLst>
          </p:cNvPr>
          <p:cNvSpPr txBox="1"/>
          <p:nvPr userDrawn="1"/>
        </p:nvSpPr>
        <p:spPr>
          <a:xfrm>
            <a:off x="0" y="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1907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_and_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Distribution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381000" y="151418"/>
            <a:ext cx="11303000" cy="612648"/>
          </a:xfrm>
        </p:spPr>
        <p:txBody>
          <a:bodyPr>
            <a:normAutofit/>
          </a:bodyPr>
          <a:lstStyle>
            <a:lvl1pPr algn="l">
              <a:defRPr sz="2400" b="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8" name="Straight Connector 7"/>
          <p:cNvCxnSpPr>
            <a:cxnSpLocks noChangeShapeType="1"/>
          </p:cNvCxnSpPr>
          <p:nvPr userDrawn="1"/>
        </p:nvCxnSpPr>
        <p:spPr bwMode="auto">
          <a:xfrm>
            <a:off x="381000" y="841689"/>
            <a:ext cx="11302999" cy="0"/>
          </a:xfrm>
          <a:prstGeom prst="line">
            <a:avLst/>
          </a:prstGeom>
          <a:noFill/>
          <a:ln w="22225">
            <a:solidFill>
              <a:srgbClr val="0F5E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44400C65-9CAE-6F84-2225-EB6370DE5455}"/>
              </a:ext>
            </a:extLst>
          </p:cNvPr>
          <p:cNvGrpSpPr/>
          <p:nvPr userDrawn="1"/>
        </p:nvGrpSpPr>
        <p:grpSpPr>
          <a:xfrm>
            <a:off x="8575027" y="300404"/>
            <a:ext cx="3108973" cy="397171"/>
            <a:chOff x="5682659" y="68098"/>
            <a:chExt cx="3108973" cy="397171"/>
          </a:xfrm>
        </p:grpSpPr>
        <p:pic>
          <p:nvPicPr>
            <p:cNvPr id="9" name="Picture 8" descr="TSC-C+1.png">
              <a:extLst>
                <a:ext uri="{FF2B5EF4-FFF2-40B4-BE49-F238E27FC236}">
                  <a16:creationId xmlns:a16="http://schemas.microsoft.com/office/drawing/2014/main" id="{96D00A77-7223-462C-A00D-27521DAB44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82659" y="111204"/>
              <a:ext cx="1647175" cy="1750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6" descr=" ">
              <a:extLst>
                <a:ext uri="{FF2B5EF4-FFF2-40B4-BE49-F238E27FC236}">
                  <a16:creationId xmlns:a16="http://schemas.microsoft.com/office/drawing/2014/main" id="{D6D80852-252B-90E6-6696-49463BAE4C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17283" y="68098"/>
              <a:ext cx="974904" cy="1977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8" descr="UW logo, flush">
              <a:extLst>
                <a:ext uri="{FF2B5EF4-FFF2-40B4-BE49-F238E27FC236}">
                  <a16:creationId xmlns:a16="http://schemas.microsoft.com/office/drawing/2014/main" id="{B672A6B2-BDB0-9E70-9866-03CF33F69BA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629" t="25154" r="7434" b="25497"/>
            <a:stretch/>
          </p:blipFill>
          <p:spPr bwMode="auto">
            <a:xfrm>
              <a:off x="6969244" y="222700"/>
              <a:ext cx="648039" cy="228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4" descr="umiami-horizontal">
              <a:extLst>
                <a:ext uri="{FF2B5EF4-FFF2-40B4-BE49-F238E27FC236}">
                  <a16:creationId xmlns:a16="http://schemas.microsoft.com/office/drawing/2014/main" id="{B86DAF68-5BCE-1FCF-306C-6F53C455AC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60114" y="282389"/>
              <a:ext cx="731518" cy="182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flSlideMaster.Logo_and_Title_OnlyFooter">
            <a:extLst>
              <a:ext uri="{FF2B5EF4-FFF2-40B4-BE49-F238E27FC236}">
                <a16:creationId xmlns:a16="http://schemas.microsoft.com/office/drawing/2014/main" id="{6DBA7C73-0299-9A07-B3F7-5323B031750C}"/>
              </a:ext>
            </a:extLst>
          </p:cNvPr>
          <p:cNvSpPr txBox="1"/>
          <p:nvPr userDrawn="1"/>
        </p:nvSpPr>
        <p:spPr>
          <a:xfrm>
            <a:off x="0" y="665226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5" name="hlSlideMaster.Logo_and_Title_OnlyHeader">
            <a:extLst>
              <a:ext uri="{FF2B5EF4-FFF2-40B4-BE49-F238E27FC236}">
                <a16:creationId xmlns:a16="http://schemas.microsoft.com/office/drawing/2014/main" id="{09E30537-76C4-F414-AEE4-8585863DF3E8}"/>
              </a:ext>
            </a:extLst>
          </p:cNvPr>
          <p:cNvSpPr txBox="1"/>
          <p:nvPr userDrawn="1"/>
        </p:nvSpPr>
        <p:spPr>
          <a:xfrm>
            <a:off x="0" y="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1463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_Two_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Distribution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sz="quarter" idx="13"/>
          </p:nvPr>
        </p:nvSpPr>
        <p:spPr>
          <a:xfrm>
            <a:off x="609600" y="1066800"/>
            <a:ext cx="11074400" cy="2362200"/>
          </a:xfrm>
        </p:spPr>
        <p:txBody>
          <a:bodyPr/>
          <a:lstStyle>
            <a:lvl1pPr marL="342900" indent="-342900">
              <a:buFont typeface="Arial" pitchFamily="34" charset="0"/>
              <a:buChar char="•"/>
              <a:defRPr sz="18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742950" indent="-285750">
              <a:buFont typeface="Arial" pitchFamily="34" charset="0"/>
              <a:buChar char="•"/>
              <a:defRPr sz="16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1143000" indent="-228600">
              <a:buFont typeface="Arial" pitchFamily="34" charset="0"/>
              <a:buChar char="•"/>
              <a:defRPr sz="14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6002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20574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4"/>
          </p:nvPr>
        </p:nvSpPr>
        <p:spPr>
          <a:xfrm>
            <a:off x="609600" y="3581400"/>
            <a:ext cx="11074400" cy="2362200"/>
          </a:xfrm>
        </p:spPr>
        <p:txBody>
          <a:bodyPr/>
          <a:lstStyle>
            <a:lvl1pPr marL="342900" indent="-342900">
              <a:buFont typeface="Arial" pitchFamily="34" charset="0"/>
              <a:buChar char="•"/>
              <a:defRPr sz="18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742950" indent="-285750">
              <a:buFont typeface="Arial" pitchFamily="34" charset="0"/>
              <a:buChar char="•"/>
              <a:defRPr sz="16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1143000" indent="-228600">
              <a:buFont typeface="Arial" pitchFamily="34" charset="0"/>
              <a:buChar char="•"/>
              <a:defRPr sz="14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6002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20574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828800" y="151418"/>
            <a:ext cx="9855200" cy="612648"/>
          </a:xfrm>
        </p:spPr>
        <p:txBody>
          <a:bodyPr>
            <a:normAutofit/>
          </a:bodyPr>
          <a:lstStyle>
            <a:lvl1pPr algn="l">
              <a:defRPr sz="2400" b="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0" name="Straight Connector 9"/>
          <p:cNvCxnSpPr>
            <a:cxnSpLocks noChangeShapeType="1"/>
          </p:cNvCxnSpPr>
          <p:nvPr userDrawn="1"/>
        </p:nvCxnSpPr>
        <p:spPr bwMode="auto">
          <a:xfrm>
            <a:off x="381000" y="841689"/>
            <a:ext cx="11302999" cy="0"/>
          </a:xfrm>
          <a:prstGeom prst="line">
            <a:avLst/>
          </a:prstGeom>
          <a:noFill/>
          <a:ln w="22225">
            <a:solidFill>
              <a:srgbClr val="0F5E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flSlideMaster.Custom_Two_RowsFooter">
            <a:extLst>
              <a:ext uri="{FF2B5EF4-FFF2-40B4-BE49-F238E27FC236}">
                <a16:creationId xmlns:a16="http://schemas.microsoft.com/office/drawing/2014/main" id="{802D341F-2D89-EB77-AD5C-28FBA83C4B09}"/>
              </a:ext>
            </a:extLst>
          </p:cNvPr>
          <p:cNvSpPr txBox="1"/>
          <p:nvPr userDrawn="1"/>
        </p:nvSpPr>
        <p:spPr>
          <a:xfrm>
            <a:off x="0" y="665226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7" name="hlSlideMaster.Custom_Two_RowsHeader">
            <a:extLst>
              <a:ext uri="{FF2B5EF4-FFF2-40B4-BE49-F238E27FC236}">
                <a16:creationId xmlns:a16="http://schemas.microsoft.com/office/drawing/2014/main" id="{768F3A5E-5AD9-178D-17FB-0284FBF4B225}"/>
              </a:ext>
            </a:extLst>
          </p:cNvPr>
          <p:cNvSpPr txBox="1"/>
          <p:nvPr userDrawn="1"/>
        </p:nvSpPr>
        <p:spPr>
          <a:xfrm>
            <a:off x="0" y="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282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Distribution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sz="quarter" idx="13"/>
          </p:nvPr>
        </p:nvSpPr>
        <p:spPr>
          <a:xfrm>
            <a:off x="609600" y="1066800"/>
            <a:ext cx="5384800" cy="4953000"/>
          </a:xfrm>
        </p:spPr>
        <p:txBody>
          <a:bodyPr/>
          <a:lstStyle>
            <a:lvl1pPr marL="342900" indent="-342900">
              <a:buFont typeface="Arial" pitchFamily="34" charset="0"/>
              <a:buChar char="•"/>
              <a:defRPr sz="18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742950" indent="-285750">
              <a:buFont typeface="Arial" pitchFamily="34" charset="0"/>
              <a:buChar char="•"/>
              <a:defRPr sz="16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1143000" indent="-228600">
              <a:buFont typeface="Arial" pitchFamily="34" charset="0"/>
              <a:buChar char="•"/>
              <a:defRPr sz="14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6002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20574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4"/>
          </p:nvPr>
        </p:nvSpPr>
        <p:spPr>
          <a:xfrm>
            <a:off x="6197600" y="1066800"/>
            <a:ext cx="5384800" cy="4953000"/>
          </a:xfrm>
        </p:spPr>
        <p:txBody>
          <a:bodyPr/>
          <a:lstStyle>
            <a:lvl1pPr marL="342900" indent="-342900">
              <a:buFont typeface="Arial" pitchFamily="34" charset="0"/>
              <a:buChar char="•"/>
              <a:defRPr sz="18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742950" indent="-285750">
              <a:buFont typeface="Arial" pitchFamily="34" charset="0"/>
              <a:buChar char="•"/>
              <a:defRPr sz="16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1143000" indent="-228600">
              <a:buFont typeface="Arial" pitchFamily="34" charset="0"/>
              <a:buChar char="•"/>
              <a:defRPr sz="14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6002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20574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828800" y="151418"/>
            <a:ext cx="9855200" cy="612648"/>
          </a:xfrm>
        </p:spPr>
        <p:txBody>
          <a:bodyPr>
            <a:normAutofit/>
          </a:bodyPr>
          <a:lstStyle>
            <a:lvl1pPr algn="l">
              <a:defRPr sz="2400" b="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0" name="Straight Connector 9"/>
          <p:cNvCxnSpPr>
            <a:cxnSpLocks noChangeShapeType="1"/>
          </p:cNvCxnSpPr>
          <p:nvPr userDrawn="1"/>
        </p:nvCxnSpPr>
        <p:spPr bwMode="auto">
          <a:xfrm>
            <a:off x="381000" y="841689"/>
            <a:ext cx="11302999" cy="0"/>
          </a:xfrm>
          <a:prstGeom prst="line">
            <a:avLst/>
          </a:prstGeom>
          <a:noFill/>
          <a:ln w="22225">
            <a:solidFill>
              <a:srgbClr val="0F5E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flSlideMaster.Custom_Two_ColumnsFooter">
            <a:extLst>
              <a:ext uri="{FF2B5EF4-FFF2-40B4-BE49-F238E27FC236}">
                <a16:creationId xmlns:a16="http://schemas.microsoft.com/office/drawing/2014/main" id="{D638CAFE-542B-1485-FEF9-7095996D3C4C}"/>
              </a:ext>
            </a:extLst>
          </p:cNvPr>
          <p:cNvSpPr txBox="1"/>
          <p:nvPr userDrawn="1"/>
        </p:nvSpPr>
        <p:spPr>
          <a:xfrm>
            <a:off x="0" y="665226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7" name="hlSlideMaster.Custom_Two_ColumnsHeader">
            <a:extLst>
              <a:ext uri="{FF2B5EF4-FFF2-40B4-BE49-F238E27FC236}">
                <a16:creationId xmlns:a16="http://schemas.microsoft.com/office/drawing/2014/main" id="{8FEF1D76-E372-80C1-5E33-B76C0C779C41}"/>
              </a:ext>
            </a:extLst>
          </p:cNvPr>
          <p:cNvSpPr txBox="1"/>
          <p:nvPr userDrawn="1"/>
        </p:nvSpPr>
        <p:spPr>
          <a:xfrm>
            <a:off x="0" y="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4958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_Three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Distribution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sz="quarter" idx="13"/>
          </p:nvPr>
        </p:nvSpPr>
        <p:spPr>
          <a:xfrm>
            <a:off x="609600" y="1066800"/>
            <a:ext cx="3556000" cy="4953000"/>
          </a:xfrm>
        </p:spPr>
        <p:txBody>
          <a:bodyPr/>
          <a:lstStyle>
            <a:lvl1pPr marL="342900" indent="-342900">
              <a:buFont typeface="Arial" pitchFamily="34" charset="0"/>
              <a:buChar char="•"/>
              <a:defRPr sz="18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742950" indent="-285750">
              <a:buFont typeface="Arial" pitchFamily="34" charset="0"/>
              <a:buChar char="•"/>
              <a:defRPr sz="16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1143000" indent="-228600">
              <a:buFont typeface="Arial" pitchFamily="34" charset="0"/>
              <a:buChar char="•"/>
              <a:defRPr sz="14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6002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20574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4"/>
          </p:nvPr>
        </p:nvSpPr>
        <p:spPr>
          <a:xfrm>
            <a:off x="4368800" y="1066800"/>
            <a:ext cx="3556000" cy="4953000"/>
          </a:xfrm>
        </p:spPr>
        <p:txBody>
          <a:bodyPr/>
          <a:lstStyle>
            <a:lvl1pPr marL="342900" indent="-342900">
              <a:buFont typeface="Arial" pitchFamily="34" charset="0"/>
              <a:buChar char="•"/>
              <a:defRPr sz="18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742950" indent="-285750">
              <a:buFont typeface="Arial" pitchFamily="34" charset="0"/>
              <a:buChar char="•"/>
              <a:defRPr sz="16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1143000" indent="-228600">
              <a:buFont typeface="Arial" pitchFamily="34" charset="0"/>
              <a:buChar char="•"/>
              <a:defRPr sz="14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6002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20574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sz="quarter" idx="15"/>
          </p:nvPr>
        </p:nvSpPr>
        <p:spPr>
          <a:xfrm>
            <a:off x="8128000" y="1066800"/>
            <a:ext cx="3556000" cy="4953000"/>
          </a:xfrm>
        </p:spPr>
        <p:txBody>
          <a:bodyPr/>
          <a:lstStyle>
            <a:lvl1pPr marL="342900" indent="-342900">
              <a:buFont typeface="Arial" pitchFamily="34" charset="0"/>
              <a:buChar char="•"/>
              <a:defRPr sz="18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742950" indent="-285750">
              <a:buFont typeface="Arial" pitchFamily="34" charset="0"/>
              <a:buChar char="•"/>
              <a:defRPr sz="16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1143000" indent="-228600">
              <a:buFont typeface="Arial" pitchFamily="34" charset="0"/>
              <a:buChar char="•"/>
              <a:defRPr sz="14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6002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20574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ctrTitle"/>
          </p:nvPr>
        </p:nvSpPr>
        <p:spPr>
          <a:xfrm>
            <a:off x="1828800" y="151418"/>
            <a:ext cx="9855200" cy="612648"/>
          </a:xfrm>
        </p:spPr>
        <p:txBody>
          <a:bodyPr>
            <a:normAutofit/>
          </a:bodyPr>
          <a:lstStyle>
            <a:lvl1pPr algn="l">
              <a:defRPr sz="2400" b="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1" name="Straight Connector 10"/>
          <p:cNvCxnSpPr>
            <a:cxnSpLocks noChangeShapeType="1"/>
          </p:cNvCxnSpPr>
          <p:nvPr userDrawn="1"/>
        </p:nvCxnSpPr>
        <p:spPr bwMode="auto">
          <a:xfrm>
            <a:off x="381000" y="841689"/>
            <a:ext cx="11302999" cy="0"/>
          </a:xfrm>
          <a:prstGeom prst="line">
            <a:avLst/>
          </a:prstGeom>
          <a:noFill/>
          <a:ln w="22225">
            <a:solidFill>
              <a:srgbClr val="0F5E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flSlideMaster.Custom_Three_ColumnsFooter">
            <a:extLst>
              <a:ext uri="{FF2B5EF4-FFF2-40B4-BE49-F238E27FC236}">
                <a16:creationId xmlns:a16="http://schemas.microsoft.com/office/drawing/2014/main" id="{626561F2-5FF0-862C-D425-26D0596AB726}"/>
              </a:ext>
            </a:extLst>
          </p:cNvPr>
          <p:cNvSpPr txBox="1"/>
          <p:nvPr userDrawn="1"/>
        </p:nvSpPr>
        <p:spPr>
          <a:xfrm>
            <a:off x="0" y="665226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8" name="hlSlideMaster.Custom_Three_ColumnsHeader">
            <a:extLst>
              <a:ext uri="{FF2B5EF4-FFF2-40B4-BE49-F238E27FC236}">
                <a16:creationId xmlns:a16="http://schemas.microsoft.com/office/drawing/2014/main" id="{DBD2F3F8-123F-C592-5167-A6FF0D0F141E}"/>
              </a:ext>
            </a:extLst>
          </p:cNvPr>
          <p:cNvSpPr txBox="1"/>
          <p:nvPr userDrawn="1"/>
        </p:nvSpPr>
        <p:spPr>
          <a:xfrm>
            <a:off x="0" y="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0187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_Four_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Distribution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sz="quarter" idx="13"/>
          </p:nvPr>
        </p:nvSpPr>
        <p:spPr>
          <a:xfrm>
            <a:off x="609604" y="1066800"/>
            <a:ext cx="5377545" cy="2362200"/>
          </a:xfrm>
        </p:spPr>
        <p:txBody>
          <a:bodyPr/>
          <a:lstStyle>
            <a:lvl1pPr marL="342900" indent="-342900">
              <a:buFont typeface="Arial" pitchFamily="34" charset="0"/>
              <a:buChar char="•"/>
              <a:defRPr sz="18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742950" indent="-285750">
              <a:buFont typeface="Arial" pitchFamily="34" charset="0"/>
              <a:buChar char="•"/>
              <a:defRPr sz="16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1143000" indent="-228600">
              <a:buFont typeface="Arial" pitchFamily="34" charset="0"/>
              <a:buChar char="•"/>
              <a:defRPr sz="14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6002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20574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4"/>
          </p:nvPr>
        </p:nvSpPr>
        <p:spPr>
          <a:xfrm>
            <a:off x="6193975" y="1066800"/>
            <a:ext cx="5490031" cy="2362200"/>
          </a:xfrm>
        </p:spPr>
        <p:txBody>
          <a:bodyPr/>
          <a:lstStyle>
            <a:lvl1pPr marL="342900" indent="-342900">
              <a:buFont typeface="Arial" pitchFamily="34" charset="0"/>
              <a:buChar char="•"/>
              <a:defRPr sz="18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742950" indent="-285750">
              <a:buFont typeface="Arial" pitchFamily="34" charset="0"/>
              <a:buChar char="•"/>
              <a:defRPr sz="16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1143000" indent="-228600">
              <a:buFont typeface="Arial" pitchFamily="34" charset="0"/>
              <a:buChar char="•"/>
              <a:defRPr sz="14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6002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20574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sz="quarter" idx="15"/>
          </p:nvPr>
        </p:nvSpPr>
        <p:spPr>
          <a:xfrm>
            <a:off x="6193970" y="3521528"/>
            <a:ext cx="5490031" cy="2362200"/>
          </a:xfrm>
        </p:spPr>
        <p:txBody>
          <a:bodyPr/>
          <a:lstStyle>
            <a:lvl1pPr marL="342900" indent="-342900">
              <a:buFont typeface="Arial" pitchFamily="34" charset="0"/>
              <a:buChar char="•"/>
              <a:defRPr sz="18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742950" indent="-285750">
              <a:buFont typeface="Arial" pitchFamily="34" charset="0"/>
              <a:buChar char="•"/>
              <a:defRPr sz="16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1143000" indent="-228600">
              <a:buFont typeface="Arial" pitchFamily="34" charset="0"/>
              <a:buChar char="•"/>
              <a:defRPr sz="14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6002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20574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sz="quarter" idx="16"/>
          </p:nvPr>
        </p:nvSpPr>
        <p:spPr>
          <a:xfrm>
            <a:off x="605976" y="3529693"/>
            <a:ext cx="5377545" cy="2362200"/>
          </a:xfrm>
        </p:spPr>
        <p:txBody>
          <a:bodyPr/>
          <a:lstStyle>
            <a:lvl1pPr marL="342900" indent="-342900">
              <a:buFont typeface="Arial" pitchFamily="34" charset="0"/>
              <a:buChar char="•"/>
              <a:defRPr sz="18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742950" indent="-285750">
              <a:buFont typeface="Arial" pitchFamily="34" charset="0"/>
              <a:buChar char="•"/>
              <a:defRPr sz="16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1143000" indent="-228600">
              <a:buFont typeface="Arial" pitchFamily="34" charset="0"/>
              <a:buChar char="•"/>
              <a:defRPr sz="14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6002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2057400" indent="-228600">
              <a:buFont typeface="Arial" pitchFamily="34" charset="0"/>
              <a:buChar char="•"/>
              <a:defRPr sz="13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381000" y="151418"/>
            <a:ext cx="11303000" cy="612648"/>
          </a:xfrm>
        </p:spPr>
        <p:txBody>
          <a:bodyPr>
            <a:normAutofit/>
          </a:bodyPr>
          <a:lstStyle>
            <a:lvl1pPr algn="l">
              <a:defRPr sz="2400" b="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2" name="Straight Connector 11"/>
          <p:cNvCxnSpPr>
            <a:cxnSpLocks noChangeShapeType="1"/>
          </p:cNvCxnSpPr>
          <p:nvPr userDrawn="1"/>
        </p:nvCxnSpPr>
        <p:spPr bwMode="auto">
          <a:xfrm>
            <a:off x="381000" y="841689"/>
            <a:ext cx="11302999" cy="0"/>
          </a:xfrm>
          <a:prstGeom prst="line">
            <a:avLst/>
          </a:prstGeom>
          <a:noFill/>
          <a:ln w="22225">
            <a:solidFill>
              <a:srgbClr val="0F5E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flSlideMaster.Custom_Four_BoxesFooter">
            <a:extLst>
              <a:ext uri="{FF2B5EF4-FFF2-40B4-BE49-F238E27FC236}">
                <a16:creationId xmlns:a16="http://schemas.microsoft.com/office/drawing/2014/main" id="{F1895CCB-6FA1-C581-F8AC-336FB0DE5465}"/>
              </a:ext>
            </a:extLst>
          </p:cNvPr>
          <p:cNvSpPr txBox="1"/>
          <p:nvPr userDrawn="1"/>
        </p:nvSpPr>
        <p:spPr>
          <a:xfrm>
            <a:off x="0" y="665226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9" name="hlSlideMaster.Custom_Four_BoxesHeader">
            <a:extLst>
              <a:ext uri="{FF2B5EF4-FFF2-40B4-BE49-F238E27FC236}">
                <a16:creationId xmlns:a16="http://schemas.microsoft.com/office/drawing/2014/main" id="{44838B24-CEF5-8944-8FFB-283B4B4838C1}"/>
              </a:ext>
            </a:extLst>
          </p:cNvPr>
          <p:cNvSpPr txBox="1"/>
          <p:nvPr userDrawn="1"/>
        </p:nvSpPr>
        <p:spPr>
          <a:xfrm>
            <a:off x="0" y="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94951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ding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Distribution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" name="flSlideMaster.Concluding_SlideFooter">
            <a:extLst>
              <a:ext uri="{FF2B5EF4-FFF2-40B4-BE49-F238E27FC236}">
                <a16:creationId xmlns:a16="http://schemas.microsoft.com/office/drawing/2014/main" id="{54A9BE34-D9AB-C407-7557-A40C321C4DDD}"/>
              </a:ext>
            </a:extLst>
          </p:cNvPr>
          <p:cNvSpPr txBox="1"/>
          <p:nvPr userDrawn="1"/>
        </p:nvSpPr>
        <p:spPr>
          <a:xfrm>
            <a:off x="0" y="665226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5" name="hlSlideMaster.Concluding_SlideHeader">
            <a:extLst>
              <a:ext uri="{FF2B5EF4-FFF2-40B4-BE49-F238E27FC236}">
                <a16:creationId xmlns:a16="http://schemas.microsoft.com/office/drawing/2014/main" id="{E4F9E603-FA5A-A730-57B7-13C6AF113A8F}"/>
              </a:ext>
            </a:extLst>
          </p:cNvPr>
          <p:cNvSpPr txBox="1"/>
          <p:nvPr userDrawn="1"/>
        </p:nvSpPr>
        <p:spPr>
          <a:xfrm>
            <a:off x="0" y="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12816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E86E5-4329-75C5-19CC-49E390DD7B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EDD135-F564-B09B-4500-C80E59D46A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42C85-0F79-3841-CEAA-B32EF65FF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88FFB-C0C0-44D3-BCF1-8D1278055A13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FCB208-185D-61F4-FAA4-26E0D718B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22CD6E-96C1-6120-45E1-E2A9E3696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3F288-DD1F-4FB2-928E-6564E570F3F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lSlideMaster.Title SlideFooter">
            <a:extLst>
              <a:ext uri="{FF2B5EF4-FFF2-40B4-BE49-F238E27FC236}">
                <a16:creationId xmlns:a16="http://schemas.microsoft.com/office/drawing/2014/main" id="{374CAB07-C3BB-355D-7A91-19727E3960AC}"/>
              </a:ext>
            </a:extLst>
          </p:cNvPr>
          <p:cNvSpPr txBox="1"/>
          <p:nvPr userDrawn="1"/>
        </p:nvSpPr>
        <p:spPr>
          <a:xfrm>
            <a:off x="0" y="665226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8" name="hlSlideMaster.Title SlideHeader">
            <a:extLst>
              <a:ext uri="{FF2B5EF4-FFF2-40B4-BE49-F238E27FC236}">
                <a16:creationId xmlns:a16="http://schemas.microsoft.com/office/drawing/2014/main" id="{6475E2D7-A351-68FE-C855-DCF2FE89079F}"/>
              </a:ext>
            </a:extLst>
          </p:cNvPr>
          <p:cNvSpPr txBox="1"/>
          <p:nvPr userDrawn="1"/>
        </p:nvSpPr>
        <p:spPr>
          <a:xfrm>
            <a:off x="0" y="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9949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2C9C1-E79A-5D39-0BF8-C6035D28F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7AF37-F066-848B-932D-ED29961308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764C6B-AAAA-975E-6428-9ED638301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88FFB-C0C0-44D3-BCF1-8D1278055A13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AF54EA-F8D4-E7A8-4103-31A7EC1B0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E35ACE-E6EC-0281-552D-B1782ED5A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3F288-DD1F-4FB2-928E-6564E570F3F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lSlideMaster.Title and ContentFooter">
            <a:extLst>
              <a:ext uri="{FF2B5EF4-FFF2-40B4-BE49-F238E27FC236}">
                <a16:creationId xmlns:a16="http://schemas.microsoft.com/office/drawing/2014/main" id="{E2AB5A1B-E7EB-5436-5A9B-A7EAFC8A0365}"/>
              </a:ext>
            </a:extLst>
          </p:cNvPr>
          <p:cNvSpPr txBox="1"/>
          <p:nvPr userDrawn="1"/>
        </p:nvSpPr>
        <p:spPr>
          <a:xfrm>
            <a:off x="0" y="665226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7" name="hlSlideMaster.Title and ContentHeader">
            <a:extLst>
              <a:ext uri="{FF2B5EF4-FFF2-40B4-BE49-F238E27FC236}">
                <a16:creationId xmlns:a16="http://schemas.microsoft.com/office/drawing/2014/main" id="{CAB0C7A5-FDEA-0D46-D3E7-30B1B475747F}"/>
              </a:ext>
            </a:extLst>
          </p:cNvPr>
          <p:cNvSpPr txBox="1"/>
          <p:nvPr userDrawn="1"/>
        </p:nvSpPr>
        <p:spPr>
          <a:xfrm>
            <a:off x="0" y="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70836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B034AA-7780-40E2-8260-58CBA5532E4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5006512-F5A6-47D0-AAA5-F7CEDE50DA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600" y="0"/>
            <a:ext cx="9296400" cy="332656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lSlideMaster.Custom LayoutFooter">
            <a:extLst>
              <a:ext uri="{FF2B5EF4-FFF2-40B4-BE49-F238E27FC236}">
                <a16:creationId xmlns:a16="http://schemas.microsoft.com/office/drawing/2014/main" id="{3809092D-B7DF-80F7-DDE2-1A35269CA97B}"/>
              </a:ext>
            </a:extLst>
          </p:cNvPr>
          <p:cNvSpPr txBox="1"/>
          <p:nvPr/>
        </p:nvSpPr>
        <p:spPr>
          <a:xfrm>
            <a:off x="0" y="665226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5" name="hlSlideMaster.Custom LayoutHeader">
            <a:extLst>
              <a:ext uri="{FF2B5EF4-FFF2-40B4-BE49-F238E27FC236}">
                <a16:creationId xmlns:a16="http://schemas.microsoft.com/office/drawing/2014/main" id="{FDF3FDFA-74D6-B630-84F3-747B5AFE4728}"/>
              </a:ext>
            </a:extLst>
          </p:cNvPr>
          <p:cNvSpPr txBox="1"/>
          <p:nvPr/>
        </p:nvSpPr>
        <p:spPr>
          <a:xfrm>
            <a:off x="0" y="0"/>
            <a:ext cx="12192000" cy="1077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100" b="0" i="0" u="none" baseline="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2534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08000" y="1219200"/>
            <a:ext cx="111760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78000" y="6550026"/>
            <a:ext cx="8636000" cy="2984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900" baseline="0">
                <a:solidFill>
                  <a:srgbClr val="898989"/>
                </a:solidFill>
                <a:latin typeface="Tahoma" charset="0"/>
              </a:defRPr>
            </a:lvl1pPr>
          </a:lstStyle>
          <a:p>
            <a:pPr>
              <a:defRPr/>
            </a:pPr>
            <a:r>
              <a:rPr lang="en-US" dirty="0"/>
              <a:t>Distribution Statement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03240" y="6553200"/>
            <a:ext cx="1016000" cy="29210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 baseline="0">
                <a:solidFill>
                  <a:srgbClr val="898989"/>
                </a:solidFill>
                <a:latin typeface="Tahoma" charset="0"/>
              </a:defRPr>
            </a:lvl1pPr>
          </a:lstStyle>
          <a:p>
            <a:pPr>
              <a:defRPr/>
            </a:pPr>
            <a:fld id="{231CC523-8BC6-4921-807A-66BD262F34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3" name="Title Placeholder 9"/>
          <p:cNvSpPr>
            <a:spLocks noGrp="1"/>
          </p:cNvSpPr>
          <p:nvPr>
            <p:ph type="title"/>
          </p:nvPr>
        </p:nvSpPr>
        <p:spPr bwMode="auto">
          <a:xfrm>
            <a:off x="508001" y="152400"/>
            <a:ext cx="11176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194E2C-28A1-4ACF-BE1C-DC6E3E3FF6B4}" type="datetimeFigureOut">
              <a:rPr lang="en-US" smtClean="0"/>
              <a:t>11/23/2025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34" r:id="rId2"/>
    <p:sldLayoutId id="2147483719" r:id="rId3"/>
    <p:sldLayoutId id="2147483722" r:id="rId4"/>
    <p:sldLayoutId id="2147483720" r:id="rId5"/>
    <p:sldLayoutId id="2147483721" r:id="rId6"/>
    <p:sldLayoutId id="2147483723" r:id="rId7"/>
    <p:sldLayoutId id="2147483725" r:id="rId8"/>
    <p:sldLayoutId id="2147483726" r:id="rId9"/>
    <p:sldLayoutId id="2147483729" r:id="rId10"/>
    <p:sldLayoutId id="2147483728" r:id="rId11"/>
    <p:sldLayoutId id="2147483731" r:id="rId12"/>
    <p:sldLayoutId id="2147483732" r:id="rId13"/>
    <p:sldLayoutId id="2147483733" r:id="rId14"/>
    <p:sldLayoutId id="2147483736" r:id="rId15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2200" kern="1200">
          <a:solidFill>
            <a:schemeClr val="tx1"/>
          </a:solidFill>
          <a:latin typeface="Tahoma" pitchFamily="34" charset="0"/>
          <a:ea typeface="+mj-ea"/>
          <a:cs typeface="Tahoma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tx1"/>
          </a:solidFill>
          <a:latin typeface="Tahoma" pitchFamily="34" charset="0"/>
          <a:ea typeface="+mn-ea"/>
          <a:cs typeface="Tahoma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Tahoma" pitchFamily="34" charset="0"/>
          <a:ea typeface="+mn-ea"/>
          <a:cs typeface="Tahoma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Tahoma" pitchFamily="34" charset="0"/>
          <a:ea typeface="+mn-ea"/>
          <a:cs typeface="Tahoma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400" kern="1200">
          <a:solidFill>
            <a:schemeClr val="tx1"/>
          </a:solidFill>
          <a:latin typeface="Tahoma" pitchFamily="34" charset="0"/>
          <a:ea typeface="+mn-ea"/>
          <a:cs typeface="Tahoma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400" kern="1200">
          <a:solidFill>
            <a:schemeClr val="tx1"/>
          </a:solidFill>
          <a:latin typeface="Tahoma" pitchFamily="34" charset="0"/>
          <a:ea typeface="+mn-ea"/>
          <a:cs typeface="Tahom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17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notesSlide" Target="../notesSlides/notesSlide3.xml"/><Relationship Id="rId9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FF0DC-9192-32F2-BF0C-08DD90DAA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Picture 83">
            <a:extLst>
              <a:ext uri="{FF2B5EF4-FFF2-40B4-BE49-F238E27FC236}">
                <a16:creationId xmlns:a16="http://schemas.microsoft.com/office/drawing/2014/main" id="{570AEF47-1233-7AEB-6C75-51FA86BADD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3464" y="4119727"/>
            <a:ext cx="1984353" cy="1976303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78645FD5-B7CA-7D86-D3C4-C9CAA5DC39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197" y="4070078"/>
            <a:ext cx="2071229" cy="1991719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947EEB14-768D-3A56-52AB-AE2125E468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909" y="1257245"/>
            <a:ext cx="2994546" cy="235420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CFDC5C-2B98-DD84-985A-C7EC3C082C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305854" y="6573358"/>
            <a:ext cx="1016000" cy="292102"/>
          </a:xfrm>
        </p:spPr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C3F3114E-F9F6-E29B-233E-5033ED1F3F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Topology Optimization: Validation Example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660C40C-25D0-5A31-58D2-518293143AF7}"/>
              </a:ext>
            </a:extLst>
          </p:cNvPr>
          <p:cNvSpPr/>
          <p:nvPr/>
        </p:nvSpPr>
        <p:spPr>
          <a:xfrm>
            <a:off x="201590" y="3675344"/>
            <a:ext cx="2369489" cy="3079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6057E2B-1389-0FD0-7209-35104D0691B2}"/>
              </a:ext>
            </a:extLst>
          </p:cNvPr>
          <p:cNvSpPr/>
          <p:nvPr/>
        </p:nvSpPr>
        <p:spPr>
          <a:xfrm>
            <a:off x="214599" y="844674"/>
            <a:ext cx="11903660" cy="28228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89D92CB-B8A3-96C7-1AAB-001AB2CA414C}"/>
              </a:ext>
            </a:extLst>
          </p:cNvPr>
          <p:cNvSpPr txBox="1"/>
          <p:nvPr/>
        </p:nvSpPr>
        <p:spPr>
          <a:xfrm>
            <a:off x="2434444" y="2939687"/>
            <a:ext cx="1549402" cy="646331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Min  Mass</a:t>
            </a:r>
          </a:p>
          <a:p>
            <a:pPr algn="ctr"/>
            <a:r>
              <a:rPr lang="en-US" dirty="0"/>
              <a:t>Stress SF &gt;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553D01C-B1D5-5344-5853-D89BF3612021}"/>
              </a:ext>
            </a:extLst>
          </p:cNvPr>
          <p:cNvSpPr txBox="1"/>
          <p:nvPr/>
        </p:nvSpPr>
        <p:spPr>
          <a:xfrm>
            <a:off x="125858" y="931408"/>
            <a:ext cx="1216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 = 50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09AE5AE-CEBD-C30D-8B01-DE55EF5D5C5B}"/>
              </a:ext>
            </a:extLst>
          </p:cNvPr>
          <p:cNvSpPr txBox="1"/>
          <p:nvPr/>
        </p:nvSpPr>
        <p:spPr>
          <a:xfrm>
            <a:off x="1831560" y="2190145"/>
            <a:ext cx="12649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T</a:t>
            </a:r>
            <a:r>
              <a:rPr lang="en-US" baseline="-25000" dirty="0">
                <a:solidFill>
                  <a:srgbClr val="FF0000"/>
                </a:solidFill>
              </a:rPr>
              <a:t>max</a:t>
            </a:r>
            <a:r>
              <a:rPr lang="en-US" dirty="0">
                <a:solidFill>
                  <a:srgbClr val="FF0000"/>
                </a:solidFill>
              </a:rPr>
              <a:t> = X </a:t>
            </a:r>
            <a:endParaRPr lang="en-US" baseline="-25000" dirty="0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0FF910-A1ED-8A72-85C0-737242010820}"/>
              </a:ext>
            </a:extLst>
          </p:cNvPr>
          <p:cNvSpPr txBox="1"/>
          <p:nvPr/>
        </p:nvSpPr>
        <p:spPr>
          <a:xfrm>
            <a:off x="474558" y="3656412"/>
            <a:ext cx="1490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</a:t>
            </a:r>
            <a:r>
              <a:rPr lang="en-US" b="1" baseline="-25000" dirty="0"/>
              <a:t>max</a:t>
            </a:r>
            <a:r>
              <a:rPr lang="en-US" b="1" dirty="0"/>
              <a:t>= 50</a:t>
            </a:r>
            <a:endParaRPr lang="en-US" b="1" baseline="-25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1B1756F-0FDC-56F1-F1D7-0EABA1DAE344}"/>
              </a:ext>
            </a:extLst>
          </p:cNvPr>
          <p:cNvSpPr txBox="1"/>
          <p:nvPr/>
        </p:nvSpPr>
        <p:spPr>
          <a:xfrm>
            <a:off x="5104134" y="859809"/>
            <a:ext cx="11152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 Y(T)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EC1B722-1C78-B0C1-4045-54CA3ACABF3B}"/>
              </a:ext>
            </a:extLst>
          </p:cNvPr>
          <p:cNvSpPr txBox="1"/>
          <p:nvPr/>
        </p:nvSpPr>
        <p:spPr>
          <a:xfrm>
            <a:off x="2780830" y="6320474"/>
            <a:ext cx="1662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M* = 11.9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D07F70D-0988-5C74-9F76-C16223F17509}"/>
              </a:ext>
            </a:extLst>
          </p:cNvPr>
          <p:cNvSpPr txBox="1"/>
          <p:nvPr/>
        </p:nvSpPr>
        <p:spPr>
          <a:xfrm>
            <a:off x="2943551" y="3643596"/>
            <a:ext cx="1490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</a:t>
            </a:r>
            <a:r>
              <a:rPr lang="en-US" b="1" baseline="-25000" dirty="0"/>
              <a:t>max</a:t>
            </a:r>
            <a:r>
              <a:rPr lang="en-US" b="1" dirty="0"/>
              <a:t>= 150</a:t>
            </a:r>
            <a:endParaRPr lang="en-US" b="1" baseline="-250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BEC5F24-618E-78F1-4943-A73132FF93FE}"/>
              </a:ext>
            </a:extLst>
          </p:cNvPr>
          <p:cNvSpPr txBox="1"/>
          <p:nvPr/>
        </p:nvSpPr>
        <p:spPr>
          <a:xfrm>
            <a:off x="562683" y="6335424"/>
            <a:ext cx="1490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M* = 6.5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177213D-10E5-4C99-A810-AA2973DBEDF1}"/>
              </a:ext>
            </a:extLst>
          </p:cNvPr>
          <p:cNvSpPr txBox="1"/>
          <p:nvPr/>
        </p:nvSpPr>
        <p:spPr>
          <a:xfrm>
            <a:off x="5104134" y="6337118"/>
            <a:ext cx="1988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M* = 14.0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8A4322C-FD10-0FA4-F65A-70C2149AEBCD}"/>
              </a:ext>
            </a:extLst>
          </p:cNvPr>
          <p:cNvSpPr/>
          <p:nvPr/>
        </p:nvSpPr>
        <p:spPr>
          <a:xfrm>
            <a:off x="2587800" y="3665749"/>
            <a:ext cx="2304441" cy="30970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F861ED8-4215-3E22-BD15-98C7AE019DC4}"/>
              </a:ext>
            </a:extLst>
          </p:cNvPr>
          <p:cNvSpPr/>
          <p:nvPr/>
        </p:nvSpPr>
        <p:spPr>
          <a:xfrm>
            <a:off x="4859163" y="3687902"/>
            <a:ext cx="2449650" cy="30970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C88CEFD-45EB-2C67-E2FB-EF2A309C6610}"/>
              </a:ext>
            </a:extLst>
          </p:cNvPr>
          <p:cNvSpPr txBox="1"/>
          <p:nvPr/>
        </p:nvSpPr>
        <p:spPr>
          <a:xfrm>
            <a:off x="5348119" y="3665838"/>
            <a:ext cx="1490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</a:t>
            </a:r>
            <a:r>
              <a:rPr lang="en-US" b="1" baseline="-25000" dirty="0"/>
              <a:t>max</a:t>
            </a:r>
            <a:r>
              <a:rPr lang="en-US" b="1" dirty="0"/>
              <a:t>= 250</a:t>
            </a:r>
            <a:endParaRPr lang="en-US" b="1" baseline="-2500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0D397C7-1658-8CDD-7295-BFA25E9916F1}"/>
              </a:ext>
            </a:extLst>
          </p:cNvPr>
          <p:cNvSpPr txBox="1"/>
          <p:nvPr/>
        </p:nvSpPr>
        <p:spPr>
          <a:xfrm>
            <a:off x="10198156" y="3683134"/>
            <a:ext cx="1490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</a:t>
            </a:r>
            <a:r>
              <a:rPr lang="en-US" b="1" baseline="-25000" dirty="0"/>
              <a:t>max</a:t>
            </a:r>
            <a:r>
              <a:rPr lang="en-US" b="1" dirty="0"/>
              <a:t>= 800</a:t>
            </a:r>
            <a:endParaRPr lang="en-US" b="1" baseline="-25000" dirty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B2F72BE3-CD0F-7C40-067E-D2FACF3F8811}"/>
              </a:ext>
            </a:extLst>
          </p:cNvPr>
          <p:cNvSpPr/>
          <p:nvPr/>
        </p:nvSpPr>
        <p:spPr>
          <a:xfrm>
            <a:off x="9795175" y="3657424"/>
            <a:ext cx="2349313" cy="30970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B6E935C-07B0-CD15-6CE6-78B6E7317273}"/>
              </a:ext>
            </a:extLst>
          </p:cNvPr>
          <p:cNvSpPr txBox="1"/>
          <p:nvPr/>
        </p:nvSpPr>
        <p:spPr>
          <a:xfrm>
            <a:off x="10712005" y="4292989"/>
            <a:ext cx="66075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400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641427D-8803-4ABF-3188-4F593127978F}"/>
              </a:ext>
            </a:extLst>
          </p:cNvPr>
          <p:cNvSpPr txBox="1"/>
          <p:nvPr/>
        </p:nvSpPr>
        <p:spPr>
          <a:xfrm>
            <a:off x="9755934" y="5489121"/>
            <a:ext cx="23753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 design can meet </a:t>
            </a:r>
          </a:p>
          <a:p>
            <a:pPr algn="ctr"/>
            <a:r>
              <a:rPr lang="en-US" dirty="0"/>
              <a:t>stress safety factor for given load and</a:t>
            </a:r>
          </a:p>
          <a:p>
            <a:pPr algn="ctr"/>
            <a:r>
              <a:rPr lang="en-US" dirty="0"/>
              <a:t>temperature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3EBD291B-D884-B255-2009-4B8B2164D0FE}"/>
              </a:ext>
            </a:extLst>
          </p:cNvPr>
          <p:cNvSpPr/>
          <p:nvPr/>
        </p:nvSpPr>
        <p:spPr>
          <a:xfrm>
            <a:off x="9796675" y="851564"/>
            <a:ext cx="2334593" cy="28026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E82CE30-29C2-7EAB-76C5-9499B6176172}"/>
              </a:ext>
            </a:extLst>
          </p:cNvPr>
          <p:cNvSpPr txBox="1"/>
          <p:nvPr/>
        </p:nvSpPr>
        <p:spPr>
          <a:xfrm>
            <a:off x="10011795" y="851564"/>
            <a:ext cx="18895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Ref: SMTO </a:t>
            </a:r>
            <a:r>
              <a:rPr lang="en-US" sz="1600" dirty="0">
                <a:solidFill>
                  <a:srgbClr val="00B050"/>
                </a:solidFill>
              </a:rPr>
              <a:t>SS304</a:t>
            </a:r>
          </a:p>
          <a:p>
            <a:pPr algn="ctr"/>
            <a:r>
              <a:rPr lang="en-US" sz="1600" dirty="0"/>
              <a:t> </a:t>
            </a:r>
            <a:r>
              <a:rPr lang="en-US" sz="1600" strike="sngStrike" dirty="0"/>
              <a:t>Temp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F9DA545-5898-0271-2A4E-7AC1403666B1}"/>
              </a:ext>
            </a:extLst>
          </p:cNvPr>
          <p:cNvSpPr txBox="1"/>
          <p:nvPr/>
        </p:nvSpPr>
        <p:spPr>
          <a:xfrm>
            <a:off x="9884802" y="3323569"/>
            <a:ext cx="1988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M* = 24.4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7CBFB5E-646D-21DF-D9CB-33E003F2F5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84802" y="1369310"/>
            <a:ext cx="2164268" cy="204233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FFE96FF-EFE6-44E4-B564-DFB3DEDFB2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55469" y="1193213"/>
            <a:ext cx="2822170" cy="215476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9C9E4E3-2E07-F4B4-4FCA-C7F38D0DB2B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37591" y="1235703"/>
            <a:ext cx="2843804" cy="2156839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9E7BEF90-E05F-5DCC-0BB6-B937B1A62C92}"/>
              </a:ext>
            </a:extLst>
          </p:cNvPr>
          <p:cNvSpPr txBox="1"/>
          <p:nvPr/>
        </p:nvSpPr>
        <p:spPr>
          <a:xfrm>
            <a:off x="7701860" y="851344"/>
            <a:ext cx="11152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K(T)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E59E37A8-2CE3-2173-F45D-1D9B61D5F4E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98371" y="957763"/>
            <a:ext cx="2385267" cy="1097375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B111896B-B085-0CA6-63DA-BBE1C17EE1B9}"/>
              </a:ext>
            </a:extLst>
          </p:cNvPr>
          <p:cNvSpPr txBox="1"/>
          <p:nvPr/>
        </p:nvSpPr>
        <p:spPr>
          <a:xfrm>
            <a:off x="2359553" y="2495621"/>
            <a:ext cx="149983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F = 50000N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0ABC022-F2D5-6782-2919-5A48522DEDB9}"/>
              </a:ext>
            </a:extLst>
          </p:cNvPr>
          <p:cNvSpPr txBox="1"/>
          <p:nvPr/>
        </p:nvSpPr>
        <p:spPr>
          <a:xfrm>
            <a:off x="1452084" y="4420422"/>
            <a:ext cx="8803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AA7075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4D0A0FD-6991-025E-8141-B5A13FC13EBD}"/>
              </a:ext>
            </a:extLst>
          </p:cNvPr>
          <p:cNvSpPr txBox="1"/>
          <p:nvPr/>
        </p:nvSpPr>
        <p:spPr>
          <a:xfrm>
            <a:off x="4017063" y="4045090"/>
            <a:ext cx="5613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rgbClr val="0070C0"/>
                </a:solidFill>
              </a:rPr>
              <a:t>TiGr</a:t>
            </a:r>
            <a:endParaRPr lang="en-US" sz="1600" dirty="0">
              <a:solidFill>
                <a:srgbClr val="0070C0"/>
              </a:solidFill>
            </a:endParaRP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8417CC0-63A9-5D2B-2E27-998C0A4FFC57}"/>
              </a:ext>
            </a:extLst>
          </p:cNvPr>
          <p:cNvCxnSpPr>
            <a:cxnSpLocks/>
            <a:stCxn id="46" idx="1"/>
          </p:cNvCxnSpPr>
          <p:nvPr/>
        </p:nvCxnSpPr>
        <p:spPr bwMode="auto">
          <a:xfrm flipH="1">
            <a:off x="3650606" y="4214367"/>
            <a:ext cx="366457" cy="319706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triangle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F5CE3516-D664-5435-F98A-FDF55C57B90A}"/>
              </a:ext>
            </a:extLst>
          </p:cNvPr>
          <p:cNvSpPr txBox="1"/>
          <p:nvPr/>
        </p:nvSpPr>
        <p:spPr>
          <a:xfrm>
            <a:off x="3825852" y="4665625"/>
            <a:ext cx="8803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AA7075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C3AD441-DE69-2B5D-076C-26B457B5AF70}"/>
              </a:ext>
            </a:extLst>
          </p:cNvPr>
          <p:cNvCxnSpPr>
            <a:cxnSpLocks/>
          </p:cNvCxnSpPr>
          <p:nvPr/>
        </p:nvCxnSpPr>
        <p:spPr bwMode="auto">
          <a:xfrm flipH="1">
            <a:off x="3306021" y="4969474"/>
            <a:ext cx="677617" cy="592235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triangle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55" name="Picture 54">
            <a:extLst>
              <a:ext uri="{FF2B5EF4-FFF2-40B4-BE49-F238E27FC236}">
                <a16:creationId xmlns:a16="http://schemas.microsoft.com/office/drawing/2014/main" id="{F5FD8B67-6E72-367C-3CDC-2300BB5AB83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51497" y="4163357"/>
            <a:ext cx="2174822" cy="2102469"/>
          </a:xfrm>
          <a:prstGeom prst="rect">
            <a:avLst/>
          </a:prstGeom>
        </p:spPr>
      </p:pic>
      <p:sp>
        <p:nvSpPr>
          <p:cNvPr id="67" name="Rectangle 66">
            <a:extLst>
              <a:ext uri="{FF2B5EF4-FFF2-40B4-BE49-F238E27FC236}">
                <a16:creationId xmlns:a16="http://schemas.microsoft.com/office/drawing/2014/main" id="{8CDC9512-5D3F-375B-2517-5FCDCBA839D3}"/>
              </a:ext>
            </a:extLst>
          </p:cNvPr>
          <p:cNvSpPr/>
          <p:nvPr/>
        </p:nvSpPr>
        <p:spPr>
          <a:xfrm>
            <a:off x="7323127" y="3683135"/>
            <a:ext cx="2449650" cy="30796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CE9CA13-FC56-43D0-C08C-82ADAC99F596}"/>
              </a:ext>
            </a:extLst>
          </p:cNvPr>
          <p:cNvSpPr txBox="1"/>
          <p:nvPr/>
        </p:nvSpPr>
        <p:spPr>
          <a:xfrm>
            <a:off x="7724072" y="3675758"/>
            <a:ext cx="1490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</a:t>
            </a:r>
            <a:r>
              <a:rPr lang="en-US" b="1" baseline="-25000" dirty="0"/>
              <a:t>max</a:t>
            </a:r>
            <a:r>
              <a:rPr lang="en-US" b="1" dirty="0"/>
              <a:t>= 400</a:t>
            </a:r>
            <a:endParaRPr lang="en-US" b="1" baseline="-250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941A231-9A8B-7588-49E9-31DF053BFA57}"/>
              </a:ext>
            </a:extLst>
          </p:cNvPr>
          <p:cNvSpPr txBox="1"/>
          <p:nvPr/>
        </p:nvSpPr>
        <p:spPr>
          <a:xfrm>
            <a:off x="7470286" y="6335424"/>
            <a:ext cx="1988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M* = 62.5 </a:t>
            </a:r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F60AD6CB-7C18-68B4-AA5E-5994B89B586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80265" y="4045090"/>
            <a:ext cx="2075453" cy="2050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319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4AFD5-6D8D-6779-7DBF-0D063D960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2BD908ED-5CF4-1ECE-49B7-11E9A31FB5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09" y="1257245"/>
            <a:ext cx="2994546" cy="2354203"/>
          </a:xfrm>
          <a:prstGeom prst="rect">
            <a:avLst/>
          </a:prstGeom>
        </p:spPr>
      </p:pic>
      <p:sp>
        <p:nvSpPr>
          <p:cNvPr id="17" name="Title 16">
            <a:extLst>
              <a:ext uri="{FF2B5EF4-FFF2-40B4-BE49-F238E27FC236}">
                <a16:creationId xmlns:a16="http://schemas.microsoft.com/office/drawing/2014/main" id="{A860FCB7-B497-F962-5C82-4EB15CB232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Topology Optimization: Validation Example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0C597B0-89FA-7C03-2808-5650ED4273A8}"/>
              </a:ext>
            </a:extLst>
          </p:cNvPr>
          <p:cNvSpPr/>
          <p:nvPr/>
        </p:nvSpPr>
        <p:spPr>
          <a:xfrm>
            <a:off x="201590" y="3675344"/>
            <a:ext cx="2369489" cy="3079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F8421ED-FE85-4406-0D6E-68D04C43E1BB}"/>
              </a:ext>
            </a:extLst>
          </p:cNvPr>
          <p:cNvSpPr/>
          <p:nvPr/>
        </p:nvSpPr>
        <p:spPr>
          <a:xfrm>
            <a:off x="214599" y="844674"/>
            <a:ext cx="11903660" cy="28228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664CB71-1993-F66C-F676-B0F143196BC2}"/>
              </a:ext>
            </a:extLst>
          </p:cNvPr>
          <p:cNvSpPr txBox="1"/>
          <p:nvPr/>
        </p:nvSpPr>
        <p:spPr>
          <a:xfrm>
            <a:off x="10032231" y="1159121"/>
            <a:ext cx="1549402" cy="646331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Min  Mass</a:t>
            </a:r>
          </a:p>
          <a:p>
            <a:pPr algn="ctr"/>
            <a:r>
              <a:rPr lang="en-US" dirty="0"/>
              <a:t>Stress SF &gt;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AF3BD2-2A4A-D07A-42F3-0AD76AFDEFAC}"/>
              </a:ext>
            </a:extLst>
          </p:cNvPr>
          <p:cNvSpPr txBox="1"/>
          <p:nvPr/>
        </p:nvSpPr>
        <p:spPr>
          <a:xfrm>
            <a:off x="125858" y="931408"/>
            <a:ext cx="1216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 = 50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8D4A0C-CEC8-5A69-3D46-F6F1920D343C}"/>
              </a:ext>
            </a:extLst>
          </p:cNvPr>
          <p:cNvSpPr txBox="1"/>
          <p:nvPr/>
        </p:nvSpPr>
        <p:spPr>
          <a:xfrm>
            <a:off x="1831560" y="2190145"/>
            <a:ext cx="12649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T</a:t>
            </a:r>
            <a:r>
              <a:rPr lang="en-US" baseline="-25000" dirty="0">
                <a:solidFill>
                  <a:srgbClr val="FF0000"/>
                </a:solidFill>
              </a:rPr>
              <a:t>max</a:t>
            </a:r>
            <a:r>
              <a:rPr lang="en-US" dirty="0">
                <a:solidFill>
                  <a:srgbClr val="FF0000"/>
                </a:solidFill>
              </a:rPr>
              <a:t> = X </a:t>
            </a:r>
            <a:endParaRPr lang="en-US" baseline="-25000" dirty="0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84B75C0-6ED2-E9A4-D2C6-3A55ACF410BF}"/>
              </a:ext>
            </a:extLst>
          </p:cNvPr>
          <p:cNvSpPr txBox="1"/>
          <p:nvPr/>
        </p:nvSpPr>
        <p:spPr>
          <a:xfrm>
            <a:off x="474558" y="3656412"/>
            <a:ext cx="1490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</a:t>
            </a:r>
            <a:r>
              <a:rPr lang="en-US" b="1" baseline="-25000" dirty="0"/>
              <a:t>max</a:t>
            </a:r>
            <a:r>
              <a:rPr lang="en-US" b="1" dirty="0"/>
              <a:t>= 50</a:t>
            </a:r>
            <a:endParaRPr lang="en-US" b="1" baseline="-25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A4C0E34-45D6-3D9E-56E7-8B5710A050E3}"/>
              </a:ext>
            </a:extLst>
          </p:cNvPr>
          <p:cNvSpPr txBox="1"/>
          <p:nvPr/>
        </p:nvSpPr>
        <p:spPr>
          <a:xfrm>
            <a:off x="5104134" y="859809"/>
            <a:ext cx="11152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 Y(T)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FD84C92-3E51-23FD-168D-3DB5FCFD941F}"/>
              </a:ext>
            </a:extLst>
          </p:cNvPr>
          <p:cNvSpPr txBox="1"/>
          <p:nvPr/>
        </p:nvSpPr>
        <p:spPr>
          <a:xfrm>
            <a:off x="2943551" y="3643596"/>
            <a:ext cx="1490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</a:t>
            </a:r>
            <a:r>
              <a:rPr lang="en-US" b="1" baseline="-25000" dirty="0"/>
              <a:t>max</a:t>
            </a:r>
            <a:r>
              <a:rPr lang="en-US" b="1" dirty="0"/>
              <a:t>= 150</a:t>
            </a:r>
            <a:endParaRPr lang="en-US" b="1" baseline="-25000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B4AECED-41CD-2530-8745-60876A163FF3}"/>
              </a:ext>
            </a:extLst>
          </p:cNvPr>
          <p:cNvSpPr/>
          <p:nvPr/>
        </p:nvSpPr>
        <p:spPr>
          <a:xfrm>
            <a:off x="2587800" y="3665749"/>
            <a:ext cx="2304441" cy="30970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E6BE6C2-4ECB-3EA1-BD17-84C8CC268D1A}"/>
              </a:ext>
            </a:extLst>
          </p:cNvPr>
          <p:cNvSpPr/>
          <p:nvPr/>
        </p:nvSpPr>
        <p:spPr>
          <a:xfrm>
            <a:off x="4859163" y="3687902"/>
            <a:ext cx="2449650" cy="30970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A313104-5DF0-56C0-105D-BF5BBEF404DB}"/>
              </a:ext>
            </a:extLst>
          </p:cNvPr>
          <p:cNvSpPr txBox="1"/>
          <p:nvPr/>
        </p:nvSpPr>
        <p:spPr>
          <a:xfrm>
            <a:off x="5348119" y="3665838"/>
            <a:ext cx="1490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</a:t>
            </a:r>
            <a:r>
              <a:rPr lang="en-US" b="1" baseline="-25000" dirty="0"/>
              <a:t>max</a:t>
            </a:r>
            <a:r>
              <a:rPr lang="en-US" b="1" dirty="0"/>
              <a:t>= 250</a:t>
            </a:r>
            <a:endParaRPr lang="en-US" b="1" baseline="-2500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B97C95D-BA7B-5601-3149-1B10B61C95E1}"/>
              </a:ext>
            </a:extLst>
          </p:cNvPr>
          <p:cNvSpPr txBox="1"/>
          <p:nvPr/>
        </p:nvSpPr>
        <p:spPr>
          <a:xfrm>
            <a:off x="10198156" y="3683134"/>
            <a:ext cx="1490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</a:t>
            </a:r>
            <a:r>
              <a:rPr lang="en-US" b="1" baseline="-25000" dirty="0"/>
              <a:t>max</a:t>
            </a:r>
            <a:r>
              <a:rPr lang="en-US" b="1" dirty="0"/>
              <a:t>= 800</a:t>
            </a:r>
            <a:endParaRPr lang="en-US" b="1" baseline="-25000" dirty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35F280A-94A7-2E4B-DEA4-1176C6FE04BE}"/>
              </a:ext>
            </a:extLst>
          </p:cNvPr>
          <p:cNvSpPr/>
          <p:nvPr/>
        </p:nvSpPr>
        <p:spPr>
          <a:xfrm>
            <a:off x="9795175" y="3657424"/>
            <a:ext cx="2349313" cy="30970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4F6CF4C7-C0E8-565A-645F-F795AAEB39D9}"/>
              </a:ext>
            </a:extLst>
          </p:cNvPr>
          <p:cNvSpPr/>
          <p:nvPr/>
        </p:nvSpPr>
        <p:spPr>
          <a:xfrm>
            <a:off x="9796675" y="851564"/>
            <a:ext cx="2334593" cy="28026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AA1FA68-A6F4-5B3E-48D5-5D13FDD9AF6E}"/>
              </a:ext>
            </a:extLst>
          </p:cNvPr>
          <p:cNvSpPr txBox="1"/>
          <p:nvPr/>
        </p:nvSpPr>
        <p:spPr>
          <a:xfrm>
            <a:off x="9884802" y="3323569"/>
            <a:ext cx="1988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M* = 24.4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9CDEEB7-66E2-D291-0D53-8657FC9EAFC4}"/>
              </a:ext>
            </a:extLst>
          </p:cNvPr>
          <p:cNvSpPr txBox="1"/>
          <p:nvPr/>
        </p:nvSpPr>
        <p:spPr>
          <a:xfrm>
            <a:off x="7701860" y="851344"/>
            <a:ext cx="11152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K(T)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AC550462-D271-0BCF-101C-7F894B8283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8371" y="957763"/>
            <a:ext cx="2385267" cy="1097375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3D278637-A8A7-BDEC-68B3-8C75EB138845}"/>
              </a:ext>
            </a:extLst>
          </p:cNvPr>
          <p:cNvSpPr txBox="1"/>
          <p:nvPr/>
        </p:nvSpPr>
        <p:spPr>
          <a:xfrm>
            <a:off x="2359553" y="2495621"/>
            <a:ext cx="149983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F = 50000N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5364E65F-821E-8159-63B5-C39C3953680E}"/>
              </a:ext>
            </a:extLst>
          </p:cNvPr>
          <p:cNvSpPr/>
          <p:nvPr/>
        </p:nvSpPr>
        <p:spPr>
          <a:xfrm>
            <a:off x="7323127" y="3683135"/>
            <a:ext cx="2449650" cy="30796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79F4BED-C9A8-DD68-DD18-6D4E50416967}"/>
              </a:ext>
            </a:extLst>
          </p:cNvPr>
          <p:cNvSpPr txBox="1"/>
          <p:nvPr/>
        </p:nvSpPr>
        <p:spPr>
          <a:xfrm>
            <a:off x="7724072" y="3675758"/>
            <a:ext cx="1490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</a:t>
            </a:r>
            <a:r>
              <a:rPr lang="en-US" b="1" baseline="-25000" dirty="0"/>
              <a:t>max</a:t>
            </a:r>
            <a:r>
              <a:rPr lang="en-US" b="1" dirty="0"/>
              <a:t>= 400</a:t>
            </a:r>
            <a:endParaRPr lang="en-US" b="1" baseline="-25000" dirty="0"/>
          </a:p>
        </p:txBody>
      </p:sp>
    </p:spTree>
    <p:extLst>
      <p:ext uri="{BB962C8B-B14F-4D97-AF65-F5344CB8AC3E}">
        <p14:creationId xmlns:p14="http://schemas.microsoft.com/office/powerpoint/2010/main" val="432052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491EE-F403-FD92-7814-47C476F2B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>
            <a:extLst>
              <a:ext uri="{FF2B5EF4-FFF2-40B4-BE49-F238E27FC236}">
                <a16:creationId xmlns:a16="http://schemas.microsoft.com/office/drawing/2014/main" id="{29B0A090-B93D-8191-39B4-9056F9CE55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454" y="1078411"/>
            <a:ext cx="3954965" cy="3095191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09FABB8A-4FC0-1E6A-0BFB-CC52A492D7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9193" y="1078411"/>
            <a:ext cx="3084661" cy="2564901"/>
          </a:xfrm>
          <a:prstGeom prst="rect">
            <a:avLst/>
          </a:prstGeom>
        </p:spPr>
      </p:pic>
      <p:pic>
        <p:nvPicPr>
          <p:cNvPr id="44" name="BliskFinal">
            <a:hlinkClick r:id="" action="ppaction://media"/>
            <a:extLst>
              <a:ext uri="{FF2B5EF4-FFF2-40B4-BE49-F238E27FC236}">
                <a16:creationId xmlns:a16="http://schemas.microsoft.com/office/drawing/2014/main" id="{7BDF7B27-D189-F275-6652-97243C04167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8895827" y="4008457"/>
            <a:ext cx="3124199" cy="2564901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7461D2-BD69-EBB6-D27A-A1FFA95E8F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305854" y="6573358"/>
            <a:ext cx="1016000" cy="292102"/>
          </a:xfrm>
        </p:spPr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66814A09-1522-4095-C4AC-C926D43C14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Topology Optimization: </a:t>
            </a:r>
            <a:r>
              <a:rPr lang="en-US" dirty="0" err="1"/>
              <a:t>Blisk</a:t>
            </a:r>
            <a:r>
              <a:rPr lang="en-US" dirty="0"/>
              <a:t> Example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74F5F4D-F6DF-E9CC-ADDA-7A0781BFA011}"/>
              </a:ext>
            </a:extLst>
          </p:cNvPr>
          <p:cNvSpPr txBox="1"/>
          <p:nvPr/>
        </p:nvSpPr>
        <p:spPr>
          <a:xfrm>
            <a:off x="246710" y="904985"/>
            <a:ext cx="2760993" cy="1754326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Min  Mass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Stress Limit SF &gt; 1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Fatigue Limit SF &gt; 2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Mean Criticality &lt; 0.7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PBR &lt; 1.8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Compliance &lt; 20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A098734-380F-B87E-2FD1-953670AA8BD3}"/>
              </a:ext>
            </a:extLst>
          </p:cNvPr>
          <p:cNvSpPr txBox="1"/>
          <p:nvPr/>
        </p:nvSpPr>
        <p:spPr>
          <a:xfrm>
            <a:off x="224512" y="2659311"/>
            <a:ext cx="2760993" cy="2031325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10 materials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16 attributes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6-D latent space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100K DOF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/>
              <a:t>1 hour, 5 mins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150 MMA iterations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Penalization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79CED72F-7210-36F2-58AB-83801C50412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28840" y="3263822"/>
            <a:ext cx="3673158" cy="346740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E0EEF615-7338-0902-CBEE-FDC3876B53F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738" y="4742586"/>
            <a:ext cx="5189670" cy="1897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753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476" fill="hold"/>
                                        <p:tgtEl>
                                          <p:spTgt spid="4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CIDATA" val="NO"/>
  <p:tag name="INCLUDEFOOTER" val="No"/>
  <p:tag name="UNRESCOMPEXT" val="YES"/>
  <p:tag name="COMPSENS" val="NO"/>
  <p:tag name="CONFLEGPRI" val="NO"/>
  <p:tag name="PIIDATA" val="NO"/>
  <p:tag name="CUIDATA" val="NO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noFill/>
        <a:ln w="22225">
          <a:solidFill>
            <a:schemeClr val="tx1"/>
          </a:solidFill>
          <a:round/>
          <a:headEnd/>
          <a:tailEnd/>
        </a:ln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a:spPr>
      <a:bodyPr/>
      <a:lstStyle/>
    </a:lnDef>
  </a:objectDefaults>
  <a:extraClrSchemeLst/>
  <a:extLst>
    <a:ext uri="{05A4C25C-085E-4340-85A3-A5531E510DB2}">
      <thm15:themeFamily xmlns:thm15="http://schemas.microsoft.com/office/thememl/2012/main" name="Updated_DARPA_Template_20190102_1237.pptx" id="{73648ED9-5A49-4BD0-BC42-DE32C2E6CF09}" vid="{D0B459EC-B9B7-4546-9243-8AF0A3298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titus xmlns="http://schemas.titus.com/TitusProperties/">
  <TitusGUID xmlns="">c908d5f5-b87f-439c-b15e-efda66ad98d8</TitusGUID>
  <TitusMetadata xmlns="">eyJucyI6Imh0dHA6XC9cL3d3dy50aXR1cy5jb21cL25zXC9GTElSIiwicHJvcHMiOlt7Im4iOiJFQ0lEYXRhIiwidmFscyI6W3sidmFsdWUiOiJOTyJ9XX0seyJuIjoiSW5jbHVkZUZvb3RlciIsInZhbHMiOlt7InZhbHVlIjoiTm8ifV19LHsibiI6Ik5vbkVDSU1hcmtpbmciLCJ2YWxzIjpbXX0seyJuIjoiUHVibGljUmVsZWFzZSIsInZhbHMiOltdfSx7Im4iOiJSZWZOdW1iZXIiLCJ2YWxzIjpbXX0seyJuIjoiU2VjdXJpdHlSZXZpZXdObyIsInZhbHMiOltdfSx7Im4iOiJFQ0lKdXJpcyIsInZhbHMiOltdfSx7Im4iOiJFQ0lJVEFSQ2xhc3MiLCJ2YWxzIjpbXX0seyJuIjoiRUNJRUFSQ2xhc3MiLCJ2YWxzIjpbXX0seyJuIjoibm9uVVNDb3VudHJ5IiwidmFscyI6W119LHsibiI6Im5vblVTRUNJSnVyaXMiLCJ2YWxzIjpbXX0seyJuIjoiVW5yZXNDb21wRXh0IiwidmFscyI6W3sidmFsdWUiOiJZRVMifV19LHsibiI6IkNvbXBTZW5zIiwidmFscyI6W3sidmFsdWUiOiJOTyJ9XX0seyJuIjoiSW5jbHVkZUNvbXBTZW5zTWFya2luZyIsInZhbHMiOltdfSx7Im4iOiJDb25mTGVnUHJpIiwidmFscyI6W3sidmFsdWUiOiJOTyJ9XX0seyJuIjoiUElJRGF0YSIsInZhbHMiOlt7InZhbHVlIjoiTk8ifV19LHsibiI6IkNVSURhdGEiLCJ2YWxzIjpbeyJ2YWx1ZSI6Ik5PIn1dfSx7Im4iOiJJbmNsdWRlQ1VJTWFya2luZyIsInZhbHMiOltdfSx7Im4iOiJDVUlDYXRlZ29yeSIsInZhbHMiOltdfSx7Im4iOiJEaXNzZW1pbmF0aW9uIiwidmFscyI6W119LHsibiI6IlJlbFRvIiwidmFscyI6W119LHsibiI6IkRpc3BsYXlPbmx5IiwidmFscyI6W119LHsibiI6IkNvbnRyb2xsZWRCeSIsInZhbHMiOltdfSx7Im4iOiJDb250cm9sbGVkQnkyIiwidmFscyI6W119LHsibiI6IkNvbnRhY3RJbmZvIiwidmFscyI6W119XX0=</TitusMetadata>
</titus>
</file>

<file path=customXml/itemProps1.xml><?xml version="1.0" encoding="utf-8"?>
<ds:datastoreItem xmlns:ds="http://schemas.openxmlformats.org/officeDocument/2006/customXml" ds:itemID="{2C64902B-2757-4E75-BED8-D9F84FEFAD44}">
  <ds:schemaRefs>
    <ds:schemaRef ds:uri="http://schemas.titus.com/TitusProperties/"/>
    <ds:schemaRef ds:uri="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4175</TotalTime>
  <Words>184</Words>
  <Application>Microsoft Office PowerPoint</Application>
  <PresentationFormat>Widescreen</PresentationFormat>
  <Paragraphs>60</Paragraphs>
  <Slides>3</Slides>
  <Notes>3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Courier New</vt:lpstr>
      <vt:lpstr>Microsoft Sans Serif</vt:lpstr>
      <vt:lpstr>Tahoma</vt:lpstr>
      <vt:lpstr>Office Theme</vt:lpstr>
      <vt:lpstr>Topology Optimization: Validation Example </vt:lpstr>
      <vt:lpstr>Topology Optimization: Validation Example </vt:lpstr>
      <vt:lpstr>Topology Optimization: Blisk Example </vt:lpstr>
    </vt:vector>
  </TitlesOfParts>
  <Company>DARPA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Carter, William B CIV (US)</dc:creator>
  <cp:lastModifiedBy>Krishnan Suresh</cp:lastModifiedBy>
  <cp:revision>364</cp:revision>
  <cp:lastPrinted>2011-09-22T20:00:03Z</cp:lastPrinted>
  <dcterms:created xsi:type="dcterms:W3CDTF">2021-07-08T14:28:18Z</dcterms:created>
  <dcterms:modified xsi:type="dcterms:W3CDTF">2025-11-23T21:24:00Z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c908d5f5-b87f-439c-b15e-efda66ad98d8</vt:lpwstr>
  </property>
  <property fmtid="{D5CDD505-2E9C-101B-9397-08002B2CF9AE}" pid="3" name="ECIData">
    <vt:lpwstr>NO</vt:lpwstr>
  </property>
  <property fmtid="{D5CDD505-2E9C-101B-9397-08002B2CF9AE}" pid="4" name="IncludeFooter">
    <vt:lpwstr>No</vt:lpwstr>
  </property>
  <property fmtid="{D5CDD505-2E9C-101B-9397-08002B2CF9AE}" pid="5" name="UnresCompExt">
    <vt:lpwstr>YES</vt:lpwstr>
  </property>
  <property fmtid="{D5CDD505-2E9C-101B-9397-08002B2CF9AE}" pid="6" name="CompSens">
    <vt:lpwstr>NO</vt:lpwstr>
  </property>
  <property fmtid="{D5CDD505-2E9C-101B-9397-08002B2CF9AE}" pid="7" name="ConfLegPri">
    <vt:lpwstr>NO</vt:lpwstr>
  </property>
  <property fmtid="{D5CDD505-2E9C-101B-9397-08002B2CF9AE}" pid="8" name="PIIData">
    <vt:lpwstr>NO</vt:lpwstr>
  </property>
  <property fmtid="{D5CDD505-2E9C-101B-9397-08002B2CF9AE}" pid="9" name="CUIData">
    <vt:lpwstr>NO</vt:lpwstr>
  </property>
</Properties>
</file>