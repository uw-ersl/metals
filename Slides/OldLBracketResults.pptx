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2"/>
  </p:sldMasterIdLst>
  <p:notesMasterIdLst>
    <p:notesMasterId r:id="rId9"/>
  </p:notesMasterIdLst>
  <p:handoutMasterIdLst>
    <p:handoutMasterId r:id="rId10"/>
  </p:handoutMasterIdLst>
  <p:sldIdLst>
    <p:sldId id="2380" r:id="rId3"/>
    <p:sldId id="2381" r:id="rId4"/>
    <p:sldId id="2383" r:id="rId5"/>
    <p:sldId id="2382" r:id="rId6"/>
    <p:sldId id="2384" r:id="rId7"/>
    <p:sldId id="2385" r:id="rId8"/>
  </p:sldIdLst>
  <p:sldSz cx="12192000" cy="6858000"/>
  <p:notesSz cx="7010400" cy="92964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FA7938-4788-6276-2657-75E2870939EC}" name="Avi Wolnek" initials="AW" userId="S::avwo7040@colorado.edu::06ac8d62-84ed-4108-a5c6-2e55b190c0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37" autoAdjust="0"/>
    <p:restoredTop sz="94645" autoAdjust="0"/>
  </p:normalViewPr>
  <p:slideViewPr>
    <p:cSldViewPr snapToGrid="0" showGuides="1">
      <p:cViewPr varScale="1">
        <p:scale>
          <a:sx n="70" d="100"/>
          <a:sy n="70" d="100"/>
        </p:scale>
        <p:origin x="1253" y="38"/>
      </p:cViewPr>
      <p:guideLst>
        <p:guide orient="horz" pos="2162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58"/>
    </p:cViewPr>
  </p:sorterViewPr>
  <p:notesViewPr>
    <p:cSldViewPr snapToGrid="0" showGuides="1">
      <p:cViewPr varScale="1">
        <p:scale>
          <a:sx n="83" d="100"/>
          <a:sy n="83" d="100"/>
        </p:scale>
        <p:origin x="3894" y="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45904C4-010F-4896-9D22-0FDDB5A0FF93}" type="datetimeFigureOut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11/21/2025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Distribution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899D1F1-6DC0-4977-808C-FD0BF7AD2565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6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592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92715C0D-0E45-40B4-BE1B-664AAA8E6B7F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8953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648200"/>
            <a:ext cx="5608320" cy="395097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Distribution Statement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639B577F-6036-4BCD-9021-A736CBC287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63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3C6AC-7CE3-AB89-6FFC-9CD363CA9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360AF-2F4E-EF58-DB99-A1AE38BA3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EECD5-6C95-D6DC-416C-F0D1A454C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1E248-F3AB-3603-0048-67E878FC8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878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2813-DBFC-E803-1473-15BA5EE6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D33E4-C94D-8601-AD61-F4A475A40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5C94B-6E4A-76B7-585C-44061950B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0854D-111C-7B79-4A77-F52F73E7C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603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6225C-EDFE-77E6-C7A8-22E3524A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B0CFC-A5C8-5D5B-12D8-3AD57F545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5B820-495C-4E9D-4AAC-B541AA748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3F8CF-0E6D-4F1E-8325-8CBE9E417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528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2EA2-450A-22E3-F646-710CD9C0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823F4-D523-DD3A-FBE1-F6F794505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D7612-791D-452F-D0ED-1452742D0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8BC4B-6A63-F301-5F7B-9211E8752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99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B2E6E-B1BB-9A6F-E8BD-26D7E8F04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DF560-DB29-A32E-E525-667D1B25B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0E265-E79D-6EC4-331E-B59100C99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5B819-715A-61F5-D9A4-047DE9B3A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643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010B5-50A3-89DC-4BD7-CB228AD0E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ACAB5-3A05-1FCB-C837-29AB1AB08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99D64-16E3-8CE9-57F7-D9B4E1501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A9F23-03AD-DEAD-50D8-15F817C47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986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0167" y="1456511"/>
            <a:ext cx="10363200" cy="457200"/>
          </a:xfrm>
        </p:spPr>
        <p:txBody>
          <a:bodyPr anchor="b" anchorCtr="0"/>
          <a:lstStyle>
            <a:lvl1pPr algn="ctr">
              <a:defRPr sz="24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057400"/>
            <a:ext cx="8534400" cy="1752600"/>
          </a:xfrm>
        </p:spPr>
        <p:txBody>
          <a:bodyPr/>
          <a:lstStyle>
            <a:lvl1pPr marL="0" indent="0" algn="ctr">
              <a:buNone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add briefer names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508000" y="19796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834195" y="4049487"/>
            <a:ext cx="8524567" cy="720221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“Briefing prepared for”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53367" y="4790049"/>
            <a:ext cx="4876799" cy="322825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Date</a:t>
            </a:r>
          </a:p>
        </p:txBody>
      </p:sp>
      <p:sp>
        <p:nvSpPr>
          <p:cNvPr id="2" name="flSlideMaster.Title_SlideFooter">
            <a:extLst>
              <a:ext uri="{FF2B5EF4-FFF2-40B4-BE49-F238E27FC236}">
                <a16:creationId xmlns:a16="http://schemas.microsoft.com/office/drawing/2014/main" id="{A05B99A9-B302-9A2A-05E2-F8139F1A186E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SlideHeader">
            <a:extLst>
              <a:ext uri="{FF2B5EF4-FFF2-40B4-BE49-F238E27FC236}">
                <a16:creationId xmlns:a16="http://schemas.microsoft.com/office/drawing/2014/main" id="{C6DE5E5D-C731-E68E-4068-74BD4EC2B3A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61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@@TI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0167" y="1456511"/>
            <a:ext cx="10363200" cy="457200"/>
          </a:xfrm>
        </p:spPr>
        <p:txBody>
          <a:bodyPr anchor="b" anchorCtr="0"/>
          <a:lstStyle>
            <a:lvl1pPr algn="ctr">
              <a:defRPr sz="24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057400"/>
            <a:ext cx="8534400" cy="1752600"/>
          </a:xfrm>
        </p:spPr>
        <p:txBody>
          <a:bodyPr/>
          <a:lstStyle>
            <a:lvl1pPr marL="0" indent="0" algn="ctr">
              <a:buNone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add briefer names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508000" y="19796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834195" y="4049487"/>
            <a:ext cx="8524567" cy="720221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“Briefing prepared for”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53367" y="4790049"/>
            <a:ext cx="4876799" cy="322825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Date</a:t>
            </a:r>
          </a:p>
        </p:txBody>
      </p:sp>
      <p:sp>
        <p:nvSpPr>
          <p:cNvPr id="2" name="flSlideMaster.Title_SlideFooter">
            <a:extLst>
              <a:ext uri="{FF2B5EF4-FFF2-40B4-BE49-F238E27FC236}">
                <a16:creationId xmlns:a16="http://schemas.microsoft.com/office/drawing/2014/main" id="{A05B99A9-B302-9A2A-05E2-F8139F1A186E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850" b="0" i="0" u="none" baseline="0">
              <a:solidFill>
                <a:srgbClr val="666666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SlideHeader">
            <a:extLst>
              <a:ext uri="{FF2B5EF4-FFF2-40B4-BE49-F238E27FC236}">
                <a16:creationId xmlns:a16="http://schemas.microsoft.com/office/drawing/2014/main" id="{C6DE5E5D-C731-E68E-4068-74BD4EC2B3A8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1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4400" y="2514600"/>
            <a:ext cx="103632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3198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Title_Slide_No SubtitleFooter">
            <a:extLst>
              <a:ext uri="{FF2B5EF4-FFF2-40B4-BE49-F238E27FC236}">
                <a16:creationId xmlns:a16="http://schemas.microsoft.com/office/drawing/2014/main" id="{A774DFFD-655B-B6D3-918B-96B85966FB9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_Slide_No SubtitleHeader">
            <a:extLst>
              <a:ext uri="{FF2B5EF4-FFF2-40B4-BE49-F238E27FC236}">
                <a16:creationId xmlns:a16="http://schemas.microsoft.com/office/drawing/2014/main" id="{CE56B7C1-087A-82B3-382E-FFCD1A0D51A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68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4400" y="2514600"/>
            <a:ext cx="103632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3198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3352798"/>
            <a:ext cx="10363200" cy="465138"/>
          </a:xfrm>
        </p:spPr>
        <p:txBody>
          <a:bodyPr/>
          <a:lstStyle>
            <a:lvl1pPr algn="ctr"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flSlideMaster.Title_Slide_SubtitleFooter">
            <a:extLst>
              <a:ext uri="{FF2B5EF4-FFF2-40B4-BE49-F238E27FC236}">
                <a16:creationId xmlns:a16="http://schemas.microsoft.com/office/drawing/2014/main" id="{18C8FEBF-90FD-D2CD-7151-C56CECFBFE49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_Slide_SubtitleHeader">
            <a:extLst>
              <a:ext uri="{FF2B5EF4-FFF2-40B4-BE49-F238E27FC236}">
                <a16:creationId xmlns:a16="http://schemas.microsoft.com/office/drawing/2014/main" id="{450C4271-7FD7-2892-C130-A39742F3BCE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11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876300" y="4329372"/>
            <a:ext cx="10363200" cy="1461828"/>
          </a:xfrm>
        </p:spPr>
        <p:txBody>
          <a:bodyPr anchor="t"/>
          <a:lstStyle>
            <a:lvl1pPr algn="l">
              <a:defRPr sz="2400" b="1" baseline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4341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892629" y="2954111"/>
            <a:ext cx="10363200" cy="1379538"/>
          </a:xfrm>
        </p:spPr>
        <p:txBody>
          <a:bodyPr anchor="b"/>
          <a:lstStyle>
            <a:lvl1pPr algn="l"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lSlideMaster.Section_HeaderFooter">
            <a:extLst>
              <a:ext uri="{FF2B5EF4-FFF2-40B4-BE49-F238E27FC236}">
                <a16:creationId xmlns:a16="http://schemas.microsoft.com/office/drawing/2014/main" id="{78B20C65-A441-DAD8-4DAE-AB77364F799F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Section_HeaderHeader">
            <a:extLst>
              <a:ext uri="{FF2B5EF4-FFF2-40B4-BE49-F238E27FC236}">
                <a16:creationId xmlns:a16="http://schemas.microsoft.com/office/drawing/2014/main" id="{2493CD1E-BB99-C36A-6927-55E7D3DD8C32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37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558800" y="1143000"/>
            <a:ext cx="110744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2999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0DF5F8F-A9F1-75D7-8ABB-8E82A22272C4}"/>
              </a:ext>
            </a:extLst>
          </p:cNvPr>
          <p:cNvGrpSpPr/>
          <p:nvPr userDrawn="1"/>
        </p:nvGrpSpPr>
        <p:grpSpPr>
          <a:xfrm>
            <a:off x="8575027" y="300404"/>
            <a:ext cx="3108973" cy="397171"/>
            <a:chOff x="5682659" y="68098"/>
            <a:chExt cx="3108973" cy="397171"/>
          </a:xfrm>
        </p:grpSpPr>
        <p:pic>
          <p:nvPicPr>
            <p:cNvPr id="10" name="Picture 8" descr="TSC-C+1.png">
              <a:extLst>
                <a:ext uri="{FF2B5EF4-FFF2-40B4-BE49-F238E27FC236}">
                  <a16:creationId xmlns:a16="http://schemas.microsoft.com/office/drawing/2014/main" id="{3828648B-D94E-1098-93AC-2E0479BC2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2659" y="111204"/>
              <a:ext cx="1647175" cy="175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6" descr=" ">
              <a:extLst>
                <a:ext uri="{FF2B5EF4-FFF2-40B4-BE49-F238E27FC236}">
                  <a16:creationId xmlns:a16="http://schemas.microsoft.com/office/drawing/2014/main" id="{DB72F38F-8023-4416-6B4A-E42C3AD90D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7283" y="68098"/>
              <a:ext cx="974904" cy="197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UW logo, flush">
              <a:extLst>
                <a:ext uri="{FF2B5EF4-FFF2-40B4-BE49-F238E27FC236}">
                  <a16:creationId xmlns:a16="http://schemas.microsoft.com/office/drawing/2014/main" id="{B13CFD18-2DB8-75C4-9C3B-E57B431303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9" t="25154" r="7434" b="25497"/>
            <a:stretch/>
          </p:blipFill>
          <p:spPr bwMode="auto">
            <a:xfrm>
              <a:off x="6969244" y="222700"/>
              <a:ext cx="648039" cy="22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umiami-horizontal">
              <a:extLst>
                <a:ext uri="{FF2B5EF4-FFF2-40B4-BE49-F238E27FC236}">
                  <a16:creationId xmlns:a16="http://schemas.microsoft.com/office/drawing/2014/main" id="{C022895C-8AD0-ABEB-FF3C-C825D93BB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0114" y="282389"/>
              <a:ext cx="731518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flSlideMaster.Title_and_ContentFooter">
            <a:extLst>
              <a:ext uri="{FF2B5EF4-FFF2-40B4-BE49-F238E27FC236}">
                <a16:creationId xmlns:a16="http://schemas.microsoft.com/office/drawing/2014/main" id="{F05F7EFF-3110-B928-68C2-871312C89898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and_ContentHeader">
            <a:extLst>
              <a:ext uri="{FF2B5EF4-FFF2-40B4-BE49-F238E27FC236}">
                <a16:creationId xmlns:a16="http://schemas.microsoft.com/office/drawing/2014/main" id="{44F40F80-E77B-F084-C964-B32D14012E0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0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_and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30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4400C65-9CAE-6F84-2225-EB6370DE5455}"/>
              </a:ext>
            </a:extLst>
          </p:cNvPr>
          <p:cNvGrpSpPr/>
          <p:nvPr userDrawn="1"/>
        </p:nvGrpSpPr>
        <p:grpSpPr>
          <a:xfrm>
            <a:off x="8575027" y="300404"/>
            <a:ext cx="3108973" cy="397171"/>
            <a:chOff x="5682659" y="68098"/>
            <a:chExt cx="3108973" cy="397171"/>
          </a:xfrm>
        </p:grpSpPr>
        <p:pic>
          <p:nvPicPr>
            <p:cNvPr id="9" name="Picture 8" descr="TSC-C+1.png">
              <a:extLst>
                <a:ext uri="{FF2B5EF4-FFF2-40B4-BE49-F238E27FC236}">
                  <a16:creationId xmlns:a16="http://schemas.microsoft.com/office/drawing/2014/main" id="{96D00A77-7223-462C-A00D-27521DAB4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2659" y="111204"/>
              <a:ext cx="1647175" cy="175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 descr=" ">
              <a:extLst>
                <a:ext uri="{FF2B5EF4-FFF2-40B4-BE49-F238E27FC236}">
                  <a16:creationId xmlns:a16="http://schemas.microsoft.com/office/drawing/2014/main" id="{D6D80852-252B-90E6-6696-49463BAE4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7283" y="68098"/>
              <a:ext cx="974904" cy="197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UW logo, flush">
              <a:extLst>
                <a:ext uri="{FF2B5EF4-FFF2-40B4-BE49-F238E27FC236}">
                  <a16:creationId xmlns:a16="http://schemas.microsoft.com/office/drawing/2014/main" id="{B672A6B2-BDB0-9E70-9866-03CF33F69B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9" t="25154" r="7434" b="25497"/>
            <a:stretch/>
          </p:blipFill>
          <p:spPr bwMode="auto">
            <a:xfrm>
              <a:off x="6969244" y="222700"/>
              <a:ext cx="648039" cy="22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umiami-horizontal">
              <a:extLst>
                <a:ext uri="{FF2B5EF4-FFF2-40B4-BE49-F238E27FC236}">
                  <a16:creationId xmlns:a16="http://schemas.microsoft.com/office/drawing/2014/main" id="{B86DAF68-5BCE-1FCF-306C-6F53C455AC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0114" y="282389"/>
              <a:ext cx="731518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flSlideMaster.Logo_and_Title_OnlyFooter">
            <a:extLst>
              <a:ext uri="{FF2B5EF4-FFF2-40B4-BE49-F238E27FC236}">
                <a16:creationId xmlns:a16="http://schemas.microsoft.com/office/drawing/2014/main" id="{6DBA7C73-0299-9A07-B3F7-5323B031750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Logo_and_Title_OnlyHeader">
            <a:extLst>
              <a:ext uri="{FF2B5EF4-FFF2-40B4-BE49-F238E27FC236}">
                <a16:creationId xmlns:a16="http://schemas.microsoft.com/office/drawing/2014/main" id="{09E30537-76C4-F414-AEE4-8585863DF3E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46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wo_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11074400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09600" y="3581400"/>
            <a:ext cx="11074400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wo_RowsFooter">
            <a:extLst>
              <a:ext uri="{FF2B5EF4-FFF2-40B4-BE49-F238E27FC236}">
                <a16:creationId xmlns:a16="http://schemas.microsoft.com/office/drawing/2014/main" id="{802D341F-2D89-EB77-AD5C-28FBA83C4B09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Custom_Two_RowsHeader">
            <a:extLst>
              <a:ext uri="{FF2B5EF4-FFF2-40B4-BE49-F238E27FC236}">
                <a16:creationId xmlns:a16="http://schemas.microsoft.com/office/drawing/2014/main" id="{768F3A5E-5AD9-178D-17FB-0284FBF4B225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8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53848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197600" y="1066800"/>
            <a:ext cx="53848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wo_ColumnsFooter">
            <a:extLst>
              <a:ext uri="{FF2B5EF4-FFF2-40B4-BE49-F238E27FC236}">
                <a16:creationId xmlns:a16="http://schemas.microsoft.com/office/drawing/2014/main" id="{D638CAFE-542B-1485-FEF9-7095996D3C4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Custom_Two_ColumnsHeader">
            <a:extLst>
              <a:ext uri="{FF2B5EF4-FFF2-40B4-BE49-F238E27FC236}">
                <a16:creationId xmlns:a16="http://schemas.microsoft.com/office/drawing/2014/main" id="{8FEF1D76-E372-80C1-5E33-B76C0C779C4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95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hree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43688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5"/>
          </p:nvPr>
        </p:nvSpPr>
        <p:spPr>
          <a:xfrm>
            <a:off x="81280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hree_ColumnsFooter">
            <a:extLst>
              <a:ext uri="{FF2B5EF4-FFF2-40B4-BE49-F238E27FC236}">
                <a16:creationId xmlns:a16="http://schemas.microsoft.com/office/drawing/2014/main" id="{626561F2-5FF0-862C-D425-26D0596AB726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Custom_Three_ColumnsHeader">
            <a:extLst>
              <a:ext uri="{FF2B5EF4-FFF2-40B4-BE49-F238E27FC236}">
                <a16:creationId xmlns:a16="http://schemas.microsoft.com/office/drawing/2014/main" id="{DBD2F3F8-123F-C592-5167-A6FF0D0F141E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18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Four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4" y="1066800"/>
            <a:ext cx="5377545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193975" y="1066800"/>
            <a:ext cx="5490031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5"/>
          </p:nvPr>
        </p:nvSpPr>
        <p:spPr>
          <a:xfrm>
            <a:off x="6193970" y="3521528"/>
            <a:ext cx="5490031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6"/>
          </p:nvPr>
        </p:nvSpPr>
        <p:spPr>
          <a:xfrm>
            <a:off x="605976" y="3529693"/>
            <a:ext cx="5377545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30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Four_BoxesFooter">
            <a:extLst>
              <a:ext uri="{FF2B5EF4-FFF2-40B4-BE49-F238E27FC236}">
                <a16:creationId xmlns:a16="http://schemas.microsoft.com/office/drawing/2014/main" id="{F1895CCB-6FA1-C581-F8AC-336FB0DE546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9" name="hlSlideMaster.Custom_Four_BoxesHeader">
            <a:extLst>
              <a:ext uri="{FF2B5EF4-FFF2-40B4-BE49-F238E27FC236}">
                <a16:creationId xmlns:a16="http://schemas.microsoft.com/office/drawing/2014/main" id="{44838B24-CEF5-8944-8FFB-283B4B4838C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495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flSlideMaster.Concluding_SlideFooter">
            <a:extLst>
              <a:ext uri="{FF2B5EF4-FFF2-40B4-BE49-F238E27FC236}">
                <a16:creationId xmlns:a16="http://schemas.microsoft.com/office/drawing/2014/main" id="{54A9BE34-D9AB-C407-7557-A40C321C4DDD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Concluding_SlideHeader">
            <a:extLst>
              <a:ext uri="{FF2B5EF4-FFF2-40B4-BE49-F238E27FC236}">
                <a16:creationId xmlns:a16="http://schemas.microsoft.com/office/drawing/2014/main" id="{E4F9E603-FA5A-A730-57B7-13C6AF113A8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281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86E5-4329-75C5-19CC-49E390DD7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DD135-F564-B09B-4500-C80E59D4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42C85-0F79-3841-CEAA-B32EF65F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FFB-C0C0-44D3-BCF1-8D1278055A1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CB208-185D-61F4-FAA4-26E0D718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2CD6E-96C1-6120-45E1-E2A9E369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F288-DD1F-4FB2-928E-6564E570F3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lSlideMaster.Title SlideFooter">
            <a:extLst>
              <a:ext uri="{FF2B5EF4-FFF2-40B4-BE49-F238E27FC236}">
                <a16:creationId xmlns:a16="http://schemas.microsoft.com/office/drawing/2014/main" id="{374CAB07-C3BB-355D-7A91-19727E3960A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 SlideHeader">
            <a:extLst>
              <a:ext uri="{FF2B5EF4-FFF2-40B4-BE49-F238E27FC236}">
                <a16:creationId xmlns:a16="http://schemas.microsoft.com/office/drawing/2014/main" id="{6475E2D7-A351-68FE-C855-DCF2FE89079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949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C9C1-E79A-5D39-0BF8-C6035D28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7AF37-F066-848B-932D-ED2996130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64C6B-AAAA-975E-6428-9ED63830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FFB-C0C0-44D3-BCF1-8D1278055A1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F54EA-F8D4-E7A8-4103-31A7EC1B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35ACE-E6EC-0281-552D-B1782ED5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F288-DD1F-4FB2-928E-6564E570F3F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lSlideMaster.Title and ContentFooter">
            <a:extLst>
              <a:ext uri="{FF2B5EF4-FFF2-40B4-BE49-F238E27FC236}">
                <a16:creationId xmlns:a16="http://schemas.microsoft.com/office/drawing/2014/main" id="{E2AB5A1B-E7EB-5436-5A9B-A7EAFC8A036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 and ContentHeader">
            <a:extLst>
              <a:ext uri="{FF2B5EF4-FFF2-40B4-BE49-F238E27FC236}">
                <a16:creationId xmlns:a16="http://schemas.microsoft.com/office/drawing/2014/main" id="{CAB0C7A5-FDEA-0D46-D3E7-30B1B475747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083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B034AA-7780-40E2-8260-58CBA5532E4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006512-F5A6-47D0-AAA5-F7CEDE50D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0"/>
            <a:ext cx="9296400" cy="332656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lSlideMaster.Custom LayoutFooter">
            <a:extLst>
              <a:ext uri="{FF2B5EF4-FFF2-40B4-BE49-F238E27FC236}">
                <a16:creationId xmlns:a16="http://schemas.microsoft.com/office/drawing/2014/main" id="{3809092D-B7DF-80F7-DDE2-1A35269CA97B}"/>
              </a:ext>
            </a:extLst>
          </p:cNvPr>
          <p:cNvSpPr txBox="1"/>
          <p:nvPr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Custom LayoutHeader">
            <a:extLst>
              <a:ext uri="{FF2B5EF4-FFF2-40B4-BE49-F238E27FC236}">
                <a16:creationId xmlns:a16="http://schemas.microsoft.com/office/drawing/2014/main" id="{FDF3FDFA-74D6-B630-84F3-747B5AFE4728}"/>
              </a:ext>
            </a:extLst>
          </p:cNvPr>
          <p:cNvSpPr txBox="1"/>
          <p:nvPr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53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8000" y="1219200"/>
            <a:ext cx="11176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78000" y="6550026"/>
            <a:ext cx="8636000" cy="2984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9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3240" y="6553200"/>
            <a:ext cx="1016000" cy="29210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fld id="{231CC523-8BC6-4921-807A-66BD262F3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Title Placeholder 9"/>
          <p:cNvSpPr>
            <a:spLocks noGrp="1"/>
          </p:cNvSpPr>
          <p:nvPr>
            <p:ph type="title"/>
          </p:nvPr>
        </p:nvSpPr>
        <p:spPr bwMode="auto">
          <a:xfrm>
            <a:off x="508001" y="152400"/>
            <a:ext cx="1117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94E2C-28A1-4ACF-BE1C-DC6E3E3FF6B4}" type="datetimeFigureOut">
              <a:rPr lang="en-US" smtClean="0"/>
              <a:t>11/21/2025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34" r:id="rId2"/>
    <p:sldLayoutId id="2147483719" r:id="rId3"/>
    <p:sldLayoutId id="2147483722" r:id="rId4"/>
    <p:sldLayoutId id="2147483720" r:id="rId5"/>
    <p:sldLayoutId id="2147483721" r:id="rId6"/>
    <p:sldLayoutId id="2147483723" r:id="rId7"/>
    <p:sldLayoutId id="2147483725" r:id="rId8"/>
    <p:sldLayoutId id="2147483726" r:id="rId9"/>
    <p:sldLayoutId id="2147483729" r:id="rId10"/>
    <p:sldLayoutId id="2147483728" r:id="rId11"/>
    <p:sldLayoutId id="2147483731" r:id="rId12"/>
    <p:sldLayoutId id="2147483732" r:id="rId13"/>
    <p:sldLayoutId id="2147483733" r:id="rId14"/>
    <p:sldLayoutId id="2147483736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Tahoma" pitchFamily="34" charset="0"/>
          <a:ea typeface="+mj-ea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654A0-271A-AA13-63E3-034782A28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63110BC9-0EB0-DAEA-D7B2-39C21E8BE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9" y="1257245"/>
            <a:ext cx="3131308" cy="24617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951D8-1131-202A-584E-1E91675FAB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5854" y="6573358"/>
            <a:ext cx="1016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81FF574A-8D43-EC91-90FD-A372B3E6A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Topology Optimization: Validation Example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9F31A4-3013-238A-2732-8EC48EAB37FC}"/>
              </a:ext>
            </a:extLst>
          </p:cNvPr>
          <p:cNvSpPr/>
          <p:nvPr/>
        </p:nvSpPr>
        <p:spPr>
          <a:xfrm>
            <a:off x="2608897" y="3717188"/>
            <a:ext cx="2369489" cy="3079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D53ADE-1B74-C0E8-F3CB-F96956BE3012}"/>
              </a:ext>
            </a:extLst>
          </p:cNvPr>
          <p:cNvSpPr/>
          <p:nvPr/>
        </p:nvSpPr>
        <p:spPr>
          <a:xfrm>
            <a:off x="214599" y="844674"/>
            <a:ext cx="11903660" cy="282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556DA2-F700-5897-DCA9-6E7330A1FD7B}"/>
              </a:ext>
            </a:extLst>
          </p:cNvPr>
          <p:cNvSpPr txBox="1"/>
          <p:nvPr/>
        </p:nvSpPr>
        <p:spPr>
          <a:xfrm>
            <a:off x="9972011" y="1790534"/>
            <a:ext cx="1595647" cy="92333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1.25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D536DE-5672-B776-E0B6-D610255B144B}"/>
              </a:ext>
            </a:extLst>
          </p:cNvPr>
          <p:cNvSpPr txBox="1"/>
          <p:nvPr/>
        </p:nvSpPr>
        <p:spPr>
          <a:xfrm>
            <a:off x="125858" y="931408"/>
            <a:ext cx="121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 = 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C88C2-52B0-EE16-11C8-51BE3472F40C}"/>
              </a:ext>
            </a:extLst>
          </p:cNvPr>
          <p:cNvSpPr txBox="1"/>
          <p:nvPr/>
        </p:nvSpPr>
        <p:spPr>
          <a:xfrm>
            <a:off x="1831560" y="2190145"/>
            <a:ext cx="126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max</a:t>
            </a:r>
            <a:r>
              <a:rPr lang="en-US" dirty="0"/>
              <a:t> = X </a:t>
            </a:r>
            <a:endParaRPr lang="en-US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6FAFFB-525A-4CF0-49FC-0E94A066AD75}"/>
              </a:ext>
            </a:extLst>
          </p:cNvPr>
          <p:cNvSpPr txBox="1"/>
          <p:nvPr/>
        </p:nvSpPr>
        <p:spPr>
          <a:xfrm>
            <a:off x="2881865" y="3698256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50</a:t>
            </a:r>
            <a:endParaRPr lang="en-US" b="1" baseline="-2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9BE215-B534-B241-3EA5-4B411BAD8482}"/>
              </a:ext>
            </a:extLst>
          </p:cNvPr>
          <p:cNvSpPr txBox="1"/>
          <p:nvPr/>
        </p:nvSpPr>
        <p:spPr>
          <a:xfrm>
            <a:off x="7573409" y="847550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Y(T)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B9F7494-2496-89C5-8F60-570E70103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376" y="4067588"/>
            <a:ext cx="2361307" cy="214972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980439F-F7DD-6E07-9F1C-9A4EA7BB0076}"/>
              </a:ext>
            </a:extLst>
          </p:cNvPr>
          <p:cNvSpPr txBox="1"/>
          <p:nvPr/>
        </p:nvSpPr>
        <p:spPr>
          <a:xfrm>
            <a:off x="2690048" y="6370935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29.7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B428E8-43EC-C681-3F70-AAFDB0729C5B}"/>
              </a:ext>
            </a:extLst>
          </p:cNvPr>
          <p:cNvSpPr txBox="1"/>
          <p:nvPr/>
        </p:nvSpPr>
        <p:spPr>
          <a:xfrm>
            <a:off x="3737016" y="4022457"/>
            <a:ext cx="1147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17-4PH-SS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25EA4EA-8DEE-8886-8AC2-DA1E3F35F869}"/>
              </a:ext>
            </a:extLst>
          </p:cNvPr>
          <p:cNvCxnSpPr>
            <a:cxnSpLocks/>
          </p:cNvCxnSpPr>
          <p:nvPr/>
        </p:nvCxnSpPr>
        <p:spPr bwMode="auto">
          <a:xfrm flipH="1">
            <a:off x="3752710" y="4335059"/>
            <a:ext cx="415671" cy="380021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82AC39D-6E86-272C-5FE8-65B18F283AA6}"/>
              </a:ext>
            </a:extLst>
          </p:cNvPr>
          <p:cNvSpPr txBox="1"/>
          <p:nvPr/>
        </p:nvSpPr>
        <p:spPr>
          <a:xfrm>
            <a:off x="3977654" y="4641691"/>
            <a:ext cx="8740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7068-Al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BF13A4B-0D56-F03D-4395-3EAEDBB52238}"/>
              </a:ext>
            </a:extLst>
          </p:cNvPr>
          <p:cNvCxnSpPr>
            <a:cxnSpLocks/>
          </p:cNvCxnSpPr>
          <p:nvPr/>
        </p:nvCxnSpPr>
        <p:spPr bwMode="auto">
          <a:xfrm flipH="1">
            <a:off x="4004071" y="4978046"/>
            <a:ext cx="232591" cy="80096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82320D9-5790-96EA-4EEF-870C2818B0B7}"/>
              </a:ext>
            </a:extLst>
          </p:cNvPr>
          <p:cNvSpPr txBox="1"/>
          <p:nvPr/>
        </p:nvSpPr>
        <p:spPr>
          <a:xfrm>
            <a:off x="5350858" y="3685440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75</a:t>
            </a:r>
            <a:endParaRPr lang="en-US" b="1" baseline="-25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8DA2E6-DC4D-1639-2235-4DD444FE563D}"/>
              </a:ext>
            </a:extLst>
          </p:cNvPr>
          <p:cNvSpPr txBox="1"/>
          <p:nvPr/>
        </p:nvSpPr>
        <p:spPr>
          <a:xfrm>
            <a:off x="5134160" y="6376729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94.1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08AAB4-9636-FE4A-2C8F-89C8AD4C4CFF}"/>
              </a:ext>
            </a:extLst>
          </p:cNvPr>
          <p:cNvSpPr txBox="1"/>
          <p:nvPr/>
        </p:nvSpPr>
        <p:spPr>
          <a:xfrm>
            <a:off x="7626344" y="6376246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93.4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DFBF623-A552-56B0-2572-8F93AE8442E3}"/>
              </a:ext>
            </a:extLst>
          </p:cNvPr>
          <p:cNvSpPr/>
          <p:nvPr/>
        </p:nvSpPr>
        <p:spPr>
          <a:xfrm>
            <a:off x="4995107" y="3707593"/>
            <a:ext cx="2304441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0753C0B-5DF2-0366-CDD5-0040C08DA017}"/>
              </a:ext>
            </a:extLst>
          </p:cNvPr>
          <p:cNvSpPr/>
          <p:nvPr/>
        </p:nvSpPr>
        <p:spPr>
          <a:xfrm>
            <a:off x="7297626" y="3717188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4AB1F2-A314-9AE3-5C2B-29909819988D}"/>
              </a:ext>
            </a:extLst>
          </p:cNvPr>
          <p:cNvSpPr txBox="1"/>
          <p:nvPr/>
        </p:nvSpPr>
        <p:spPr>
          <a:xfrm>
            <a:off x="7755426" y="3707682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100</a:t>
            </a:r>
            <a:endParaRPr lang="en-US" b="1" baseline="-25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37740F-512B-DD37-14A6-067E6B2E38F6}"/>
              </a:ext>
            </a:extLst>
          </p:cNvPr>
          <p:cNvSpPr txBox="1"/>
          <p:nvPr/>
        </p:nvSpPr>
        <p:spPr>
          <a:xfrm>
            <a:off x="8828967" y="4523093"/>
            <a:ext cx="820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304-SS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BCC3945-913B-5BAD-B051-502D8D43CCD5}"/>
              </a:ext>
            </a:extLst>
          </p:cNvPr>
          <p:cNvCxnSpPr>
            <a:cxnSpLocks/>
          </p:cNvCxnSpPr>
          <p:nvPr/>
        </p:nvCxnSpPr>
        <p:spPr bwMode="auto">
          <a:xfrm flipH="1">
            <a:off x="8595061" y="4831598"/>
            <a:ext cx="454809" cy="662701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1F947FF-FC33-4F2D-1190-34BCBA24679E}"/>
              </a:ext>
            </a:extLst>
          </p:cNvPr>
          <p:cNvSpPr txBox="1"/>
          <p:nvPr/>
        </p:nvSpPr>
        <p:spPr>
          <a:xfrm>
            <a:off x="10198156" y="3736691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250</a:t>
            </a:r>
            <a:endParaRPr lang="en-US" b="1" baseline="-250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7706E76-B4E1-52EE-7955-C61E5C153014}"/>
              </a:ext>
            </a:extLst>
          </p:cNvPr>
          <p:cNvSpPr/>
          <p:nvPr/>
        </p:nvSpPr>
        <p:spPr>
          <a:xfrm>
            <a:off x="9761246" y="3711344"/>
            <a:ext cx="2349313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71DEC3-AAB0-3EAA-1C7A-9AEAAF6D66C0}"/>
              </a:ext>
            </a:extLst>
          </p:cNvPr>
          <p:cNvSpPr txBox="1"/>
          <p:nvPr/>
        </p:nvSpPr>
        <p:spPr>
          <a:xfrm>
            <a:off x="10712005" y="4292989"/>
            <a:ext cx="6607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A56610B-9663-3E67-1F3C-0C4EA6E3A730}"/>
              </a:ext>
            </a:extLst>
          </p:cNvPr>
          <p:cNvSpPr txBox="1"/>
          <p:nvPr/>
        </p:nvSpPr>
        <p:spPr>
          <a:xfrm>
            <a:off x="10238016" y="5389914"/>
            <a:ext cx="15255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 design</a:t>
            </a:r>
          </a:p>
          <a:p>
            <a:pPr algn="ctr"/>
            <a:r>
              <a:rPr lang="en-US" dirty="0"/>
              <a:t>can meet </a:t>
            </a:r>
          </a:p>
          <a:p>
            <a:pPr algn="ctr"/>
            <a:r>
              <a:rPr lang="en-US" dirty="0"/>
              <a:t>stress safety </a:t>
            </a:r>
          </a:p>
          <a:p>
            <a:pPr algn="ctr"/>
            <a:r>
              <a:rPr lang="en-US" dirty="0"/>
              <a:t>factor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13FCBF-C4E3-2F46-9885-E88BD26FA8E2}"/>
              </a:ext>
            </a:extLst>
          </p:cNvPr>
          <p:cNvSpPr txBox="1"/>
          <p:nvPr/>
        </p:nvSpPr>
        <p:spPr>
          <a:xfrm>
            <a:off x="4120366" y="864061"/>
            <a:ext cx="1899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E(T)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10DB51-EAA7-BF0C-1628-1C4BF238EC96}"/>
              </a:ext>
            </a:extLst>
          </p:cNvPr>
          <p:cNvSpPr txBox="1"/>
          <p:nvPr/>
        </p:nvSpPr>
        <p:spPr>
          <a:xfrm>
            <a:off x="1541944" y="876364"/>
            <a:ext cx="155452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 Materials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0070C0"/>
                </a:solidFill>
              </a:rPr>
              <a:t>17-4PH-SS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00B050"/>
                </a:solidFill>
              </a:rPr>
              <a:t>304 SS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7068 Al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3619850-086B-E65C-8C23-D36EC9AC5747}"/>
              </a:ext>
            </a:extLst>
          </p:cNvPr>
          <p:cNvSpPr/>
          <p:nvPr/>
        </p:nvSpPr>
        <p:spPr>
          <a:xfrm>
            <a:off x="214599" y="3717188"/>
            <a:ext cx="2369489" cy="3079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20D49E-099C-C87C-3E8C-4B527D83B437}"/>
              </a:ext>
            </a:extLst>
          </p:cNvPr>
          <p:cNvSpPr txBox="1"/>
          <p:nvPr/>
        </p:nvSpPr>
        <p:spPr>
          <a:xfrm>
            <a:off x="243127" y="3717188"/>
            <a:ext cx="22627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Ref</a:t>
            </a:r>
            <a:r>
              <a:rPr lang="en-US" sz="1600" dirty="0"/>
              <a:t>: 17-4PH-SS; </a:t>
            </a:r>
            <a:r>
              <a:rPr lang="en-US" sz="1600" strike="sngStrike" dirty="0"/>
              <a:t>Temp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FF80581-8D75-8355-902A-FB7E88B272A6}"/>
              </a:ext>
            </a:extLst>
          </p:cNvPr>
          <p:cNvSpPr txBox="1"/>
          <p:nvPr/>
        </p:nvSpPr>
        <p:spPr>
          <a:xfrm>
            <a:off x="293867" y="6364079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29.8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FC50E3A9-8C77-BCA0-A450-49B846571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419" y="4174217"/>
            <a:ext cx="2235190" cy="2104222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4200DC58-F6B6-5A5C-EF43-A118BE5A0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7196" y="1200668"/>
            <a:ext cx="3246633" cy="2465521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B351B20D-8A0D-5987-0A05-1BEEA1149E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4132" y="1182782"/>
            <a:ext cx="3160251" cy="2450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BCEAB2-8FD1-23CB-078E-FB82D83B84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4962" y="4201296"/>
            <a:ext cx="2238623" cy="1988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25D415-29BD-9F35-859B-F08D07C437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5788" y="4209364"/>
            <a:ext cx="2058144" cy="201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16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54D48-A93C-2A9B-8D32-632788B7E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DE717162-C806-502D-96E9-9332AA956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455" y="1223787"/>
            <a:ext cx="4465035" cy="339078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7F7584-B51A-CAC2-0229-9B680E7BC5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5854" y="6573358"/>
            <a:ext cx="1016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C00F6D8-D807-D80F-B255-CAA3BFC8F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 Bracket: Materials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309C0D8-FC94-9B45-ADC3-8D22433A5247}"/>
              </a:ext>
            </a:extLst>
          </p:cNvPr>
          <p:cNvSpPr txBox="1"/>
          <p:nvPr/>
        </p:nvSpPr>
        <p:spPr>
          <a:xfrm>
            <a:off x="491640" y="4785059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114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5F21AF2-94B8-424E-5CDF-0FEA13DEB1D3}"/>
              </a:ext>
            </a:extLst>
          </p:cNvPr>
          <p:cNvSpPr/>
          <p:nvPr/>
        </p:nvSpPr>
        <p:spPr>
          <a:xfrm>
            <a:off x="162922" y="2126001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32074F11-8022-3141-15B7-CF1ADC46A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25" y="2576842"/>
            <a:ext cx="2187844" cy="2111227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ACB539B7-9601-037D-2561-C31D3207A223}"/>
              </a:ext>
            </a:extLst>
          </p:cNvPr>
          <p:cNvSpPr txBox="1"/>
          <p:nvPr/>
        </p:nvSpPr>
        <p:spPr>
          <a:xfrm>
            <a:off x="722571" y="2110931"/>
            <a:ext cx="1554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 Materials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48233A-83DD-DDA1-EC70-C47A1C3AD870}"/>
              </a:ext>
            </a:extLst>
          </p:cNvPr>
          <p:cNvSpPr txBox="1"/>
          <p:nvPr/>
        </p:nvSpPr>
        <p:spPr>
          <a:xfrm>
            <a:off x="2941290" y="4803416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82.6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E52EA9-9887-B0BF-DCAB-9E6747912A43}"/>
              </a:ext>
            </a:extLst>
          </p:cNvPr>
          <p:cNvSpPr/>
          <p:nvPr/>
        </p:nvSpPr>
        <p:spPr>
          <a:xfrm>
            <a:off x="2612572" y="2144358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CCDAE7-4FA7-C721-32AA-EFFEFF96AA98}"/>
              </a:ext>
            </a:extLst>
          </p:cNvPr>
          <p:cNvSpPr txBox="1"/>
          <p:nvPr/>
        </p:nvSpPr>
        <p:spPr>
          <a:xfrm>
            <a:off x="3158146" y="2144358"/>
            <a:ext cx="1554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4 Materials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7372CC-A183-2CA6-FB38-C694A08CE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189" y="2447494"/>
            <a:ext cx="2223567" cy="22589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1EF1B90-328E-AFF3-EABE-031C2BC9037C}"/>
              </a:ext>
            </a:extLst>
          </p:cNvPr>
          <p:cNvSpPr/>
          <p:nvPr/>
        </p:nvSpPr>
        <p:spPr>
          <a:xfrm>
            <a:off x="5071147" y="2144358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EB319D-1B8D-74D9-2CF4-DBEDDCE2C95B}"/>
              </a:ext>
            </a:extLst>
          </p:cNvPr>
          <p:cNvSpPr txBox="1"/>
          <p:nvPr/>
        </p:nvSpPr>
        <p:spPr>
          <a:xfrm>
            <a:off x="5691998" y="2140887"/>
            <a:ext cx="1554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5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D5C1EB-0DA7-A3AF-9432-E6768910CBA6}"/>
              </a:ext>
            </a:extLst>
          </p:cNvPr>
          <p:cNvSpPr txBox="1"/>
          <p:nvPr/>
        </p:nvSpPr>
        <p:spPr>
          <a:xfrm>
            <a:off x="381000" y="1030241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250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935041-8BFA-1FA3-A18C-E2B87658DF29}"/>
              </a:ext>
            </a:extLst>
          </p:cNvPr>
          <p:cNvSpPr txBox="1"/>
          <p:nvPr/>
        </p:nvSpPr>
        <p:spPr>
          <a:xfrm>
            <a:off x="754386" y="5504593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7F35D-C0B7-42E3-A61A-75770ABC78F2}"/>
              </a:ext>
            </a:extLst>
          </p:cNvPr>
          <p:cNvSpPr txBox="1"/>
          <p:nvPr/>
        </p:nvSpPr>
        <p:spPr>
          <a:xfrm>
            <a:off x="2941290" y="5522786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D320DB-FF07-96B5-DE00-B79507A43199}"/>
              </a:ext>
            </a:extLst>
          </p:cNvPr>
          <p:cNvSpPr txBox="1"/>
          <p:nvPr/>
        </p:nvSpPr>
        <p:spPr>
          <a:xfrm>
            <a:off x="5440775" y="5504593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111CDC5-E609-37EB-4F5B-E375697836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4025" y="2593359"/>
            <a:ext cx="2149146" cy="21623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227F4E9-03CC-0FDF-C850-CC7F4093A22F}"/>
              </a:ext>
            </a:extLst>
          </p:cNvPr>
          <p:cNvSpPr txBox="1"/>
          <p:nvPr/>
        </p:nvSpPr>
        <p:spPr>
          <a:xfrm>
            <a:off x="5498148" y="1223787"/>
            <a:ext cx="1595647" cy="92333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Did not converge in 150 iterations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712E9F-13A5-6FC9-8483-83E1E86B63B5}"/>
              </a:ext>
            </a:extLst>
          </p:cNvPr>
          <p:cNvSpPr txBox="1"/>
          <p:nvPr/>
        </p:nvSpPr>
        <p:spPr>
          <a:xfrm>
            <a:off x="1871890" y="1011884"/>
            <a:ext cx="272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16 attributes</a:t>
            </a:r>
          </a:p>
          <a:p>
            <a:pPr algn="ctr"/>
            <a:r>
              <a:rPr lang="en-US" b="1" dirty="0"/>
              <a:t>4D LSR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F8B1609-06CA-D6C9-1218-CAC05D7014BC}"/>
              </a:ext>
            </a:extLst>
          </p:cNvPr>
          <p:cNvSpPr/>
          <p:nvPr/>
        </p:nvSpPr>
        <p:spPr>
          <a:xfrm>
            <a:off x="9579428" y="2009219"/>
            <a:ext cx="619320" cy="5587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30C97F-622F-0525-5151-A2151F3960F6}"/>
              </a:ext>
            </a:extLst>
          </p:cNvPr>
          <p:cNvSpPr txBox="1"/>
          <p:nvPr/>
        </p:nvSpPr>
        <p:spPr>
          <a:xfrm>
            <a:off x="8784930" y="4918213"/>
            <a:ext cx="2684468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Yield strength cross-over at high temperature?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B72AEFC-5725-490E-91A5-7FAD4763D5C2}"/>
              </a:ext>
            </a:extLst>
          </p:cNvPr>
          <p:cNvCxnSpPr/>
          <p:nvPr/>
        </p:nvCxnSpPr>
        <p:spPr bwMode="auto">
          <a:xfrm flipV="1">
            <a:off x="7093795" y="2819400"/>
            <a:ext cx="1037834" cy="315686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40893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7C469-BC86-59D2-3337-020D9080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561A5F35-5BB6-7563-26D6-DC1B726D5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3614"/>
            <a:ext cx="6550688" cy="497464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3DF436-C7AA-3FE2-2246-2044289E7A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5854" y="6573358"/>
            <a:ext cx="1016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A5FEA1EF-F7E8-1F97-B53C-E78F276DC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 Bracket: Materials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2468150-A7D8-0275-7102-ABE34479ABE6}"/>
              </a:ext>
            </a:extLst>
          </p:cNvPr>
          <p:cNvSpPr/>
          <p:nvPr/>
        </p:nvSpPr>
        <p:spPr>
          <a:xfrm>
            <a:off x="2510401" y="2870230"/>
            <a:ext cx="619320" cy="5587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C72565-2A68-C2C5-BF84-4B4C3EAFDAEA}"/>
              </a:ext>
            </a:extLst>
          </p:cNvPr>
          <p:cNvSpPr txBox="1"/>
          <p:nvPr/>
        </p:nvSpPr>
        <p:spPr>
          <a:xfrm>
            <a:off x="1502387" y="1274282"/>
            <a:ext cx="3254669" cy="369332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Yield strength cross-over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47BC63-9B77-8AEF-C22D-BD0A76E8E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250" y="1978101"/>
            <a:ext cx="5738357" cy="43056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A81358-35B8-0483-BB48-100EAD0D2C34}"/>
              </a:ext>
            </a:extLst>
          </p:cNvPr>
          <p:cNvSpPr txBox="1"/>
          <p:nvPr/>
        </p:nvSpPr>
        <p:spPr>
          <a:xfrm>
            <a:off x="7826988" y="1319185"/>
            <a:ext cx="3254669" cy="369332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 cross-over</a:t>
            </a:r>
          </a:p>
        </p:txBody>
      </p:sp>
    </p:spTree>
    <p:extLst>
      <p:ext uri="{BB962C8B-B14F-4D97-AF65-F5344CB8AC3E}">
        <p14:creationId xmlns:p14="http://schemas.microsoft.com/office/powerpoint/2010/main" val="881535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AC789-BF0E-3315-1AEB-BFC66F90C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329815B-B63A-E959-4A32-98423E7FC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373" y="2742655"/>
            <a:ext cx="2587541" cy="21500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E52C16-957F-EC8B-1D30-B21540532A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5854" y="6573358"/>
            <a:ext cx="1016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EC3C92E0-1707-07B9-81C1-9CA47B104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 Bracket: Materials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74F2D7-BD3C-0EBD-D48B-54FDA4E64787}"/>
              </a:ext>
            </a:extLst>
          </p:cNvPr>
          <p:cNvSpPr txBox="1"/>
          <p:nvPr/>
        </p:nvSpPr>
        <p:spPr>
          <a:xfrm>
            <a:off x="491640" y="4785059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114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69B8B1C-B42C-2C95-1735-7CCE9255B78D}"/>
              </a:ext>
            </a:extLst>
          </p:cNvPr>
          <p:cNvSpPr/>
          <p:nvPr/>
        </p:nvSpPr>
        <p:spPr>
          <a:xfrm>
            <a:off x="162922" y="2126001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594DFC2-4649-4CA4-F291-09DD82D64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25" y="2576842"/>
            <a:ext cx="2187844" cy="2111227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F6287318-6A3F-4B84-00BD-3DB0010A1ACF}"/>
              </a:ext>
            </a:extLst>
          </p:cNvPr>
          <p:cNvSpPr txBox="1"/>
          <p:nvPr/>
        </p:nvSpPr>
        <p:spPr>
          <a:xfrm>
            <a:off x="722571" y="2110931"/>
            <a:ext cx="1554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 Materials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16A6F-75F9-D69F-4EBB-C7BE6EA1496A}"/>
              </a:ext>
            </a:extLst>
          </p:cNvPr>
          <p:cNvSpPr txBox="1"/>
          <p:nvPr/>
        </p:nvSpPr>
        <p:spPr>
          <a:xfrm>
            <a:off x="2941290" y="4803416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82.6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63D7AE-82BE-7FE2-E6DD-8E38EB791D65}"/>
              </a:ext>
            </a:extLst>
          </p:cNvPr>
          <p:cNvSpPr/>
          <p:nvPr/>
        </p:nvSpPr>
        <p:spPr>
          <a:xfrm>
            <a:off x="2612572" y="2144358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74B71-D062-93AA-1061-4B5709750CEF}"/>
              </a:ext>
            </a:extLst>
          </p:cNvPr>
          <p:cNvSpPr txBox="1"/>
          <p:nvPr/>
        </p:nvSpPr>
        <p:spPr>
          <a:xfrm>
            <a:off x="3158146" y="2144358"/>
            <a:ext cx="1554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4 Materials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18D4BF-F932-27B5-571A-1E0186E47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189" y="2447494"/>
            <a:ext cx="2223567" cy="22589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8DD66AB-3A79-D640-62C6-4EF56334B73B}"/>
              </a:ext>
            </a:extLst>
          </p:cNvPr>
          <p:cNvSpPr/>
          <p:nvPr/>
        </p:nvSpPr>
        <p:spPr>
          <a:xfrm>
            <a:off x="5071147" y="2144358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40E562-F215-2DAA-8718-86091DBE19A7}"/>
              </a:ext>
            </a:extLst>
          </p:cNvPr>
          <p:cNvSpPr txBox="1"/>
          <p:nvPr/>
        </p:nvSpPr>
        <p:spPr>
          <a:xfrm>
            <a:off x="5691998" y="2140887"/>
            <a:ext cx="1554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5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FD1E27-F652-3DE9-333C-08123D1E31DB}"/>
              </a:ext>
            </a:extLst>
          </p:cNvPr>
          <p:cNvSpPr txBox="1"/>
          <p:nvPr/>
        </p:nvSpPr>
        <p:spPr>
          <a:xfrm>
            <a:off x="381000" y="1030241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250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59F508-2D8C-B66E-AD7F-404A0F29ADF4}"/>
              </a:ext>
            </a:extLst>
          </p:cNvPr>
          <p:cNvSpPr txBox="1"/>
          <p:nvPr/>
        </p:nvSpPr>
        <p:spPr>
          <a:xfrm>
            <a:off x="754386" y="5504593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CC95F8-E67D-ED01-20C8-D776B76F4281}"/>
              </a:ext>
            </a:extLst>
          </p:cNvPr>
          <p:cNvSpPr txBox="1"/>
          <p:nvPr/>
        </p:nvSpPr>
        <p:spPr>
          <a:xfrm>
            <a:off x="2941290" y="5522786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166404-5D61-2D7B-D79F-A444E9B2A538}"/>
              </a:ext>
            </a:extLst>
          </p:cNvPr>
          <p:cNvSpPr txBox="1"/>
          <p:nvPr/>
        </p:nvSpPr>
        <p:spPr>
          <a:xfrm>
            <a:off x="5440775" y="5504593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2FD3C7-F6D3-5021-7A4D-618B8B5A34CB}"/>
              </a:ext>
            </a:extLst>
          </p:cNvPr>
          <p:cNvSpPr txBox="1"/>
          <p:nvPr/>
        </p:nvSpPr>
        <p:spPr>
          <a:xfrm>
            <a:off x="1871890" y="1011884"/>
            <a:ext cx="272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16 attributes</a:t>
            </a:r>
          </a:p>
          <a:p>
            <a:pPr algn="ctr"/>
            <a:r>
              <a:rPr lang="en-US" b="1" dirty="0"/>
              <a:t>4D LSR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5A3ACE-08D7-9856-7DA8-96D4B8FD66D3}"/>
              </a:ext>
            </a:extLst>
          </p:cNvPr>
          <p:cNvSpPr txBox="1"/>
          <p:nvPr/>
        </p:nvSpPr>
        <p:spPr>
          <a:xfrm>
            <a:off x="5101883" y="4813942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35</a:t>
            </a:r>
          </a:p>
        </p:txBody>
      </p:sp>
    </p:spTree>
    <p:extLst>
      <p:ext uri="{BB962C8B-B14F-4D97-AF65-F5344CB8AC3E}">
        <p14:creationId xmlns:p14="http://schemas.microsoft.com/office/powerpoint/2010/main" val="277041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E653A-F64B-3453-49B6-009C169B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516D6ED-1D18-2155-A4E7-074F0DDB0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373" y="2742655"/>
            <a:ext cx="2587541" cy="21500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34B4E-686A-862D-6D09-C652BD295F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5854" y="6573358"/>
            <a:ext cx="1016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EB64D43A-21FA-E6B4-4F9B-B6061700BA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 Bracket: Materials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E91AEB-A73D-788C-7722-B39CC4826B58}"/>
              </a:ext>
            </a:extLst>
          </p:cNvPr>
          <p:cNvSpPr txBox="1"/>
          <p:nvPr/>
        </p:nvSpPr>
        <p:spPr>
          <a:xfrm>
            <a:off x="491640" y="4785059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114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08B4DA-5E7C-24CA-4886-174CAAD89D6E}"/>
              </a:ext>
            </a:extLst>
          </p:cNvPr>
          <p:cNvSpPr/>
          <p:nvPr/>
        </p:nvSpPr>
        <p:spPr>
          <a:xfrm>
            <a:off x="162922" y="2126001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561EFF4-9E9F-A22A-E4A3-092CE18FB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25" y="2576842"/>
            <a:ext cx="2187844" cy="2111227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C9A6FA0F-81AC-33C1-A9E6-2D36CEF7246A}"/>
              </a:ext>
            </a:extLst>
          </p:cNvPr>
          <p:cNvSpPr txBox="1"/>
          <p:nvPr/>
        </p:nvSpPr>
        <p:spPr>
          <a:xfrm>
            <a:off x="722571" y="2110931"/>
            <a:ext cx="1554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 Materials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9B0240-8C6C-8C5B-712D-1197B4834A27}"/>
              </a:ext>
            </a:extLst>
          </p:cNvPr>
          <p:cNvSpPr txBox="1"/>
          <p:nvPr/>
        </p:nvSpPr>
        <p:spPr>
          <a:xfrm>
            <a:off x="2941290" y="4803416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82.6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BC1AF8-4486-4A25-AAD0-113AE724B9F9}"/>
              </a:ext>
            </a:extLst>
          </p:cNvPr>
          <p:cNvSpPr/>
          <p:nvPr/>
        </p:nvSpPr>
        <p:spPr>
          <a:xfrm>
            <a:off x="2612572" y="2144358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31E27-377A-EBC9-34E0-9446E09D5179}"/>
              </a:ext>
            </a:extLst>
          </p:cNvPr>
          <p:cNvSpPr txBox="1"/>
          <p:nvPr/>
        </p:nvSpPr>
        <p:spPr>
          <a:xfrm>
            <a:off x="3158146" y="2144358"/>
            <a:ext cx="1554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4 Materials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E02ED-80D1-27EA-1A74-A87415B37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189" y="2447494"/>
            <a:ext cx="2223567" cy="22589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279507-5626-DA4C-A42B-9EB1E55DF6EF}"/>
              </a:ext>
            </a:extLst>
          </p:cNvPr>
          <p:cNvSpPr/>
          <p:nvPr/>
        </p:nvSpPr>
        <p:spPr>
          <a:xfrm>
            <a:off x="5071147" y="2144358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A4AAD-C65A-0E35-A606-85122C366D0A}"/>
              </a:ext>
            </a:extLst>
          </p:cNvPr>
          <p:cNvSpPr txBox="1"/>
          <p:nvPr/>
        </p:nvSpPr>
        <p:spPr>
          <a:xfrm>
            <a:off x="5691998" y="2140887"/>
            <a:ext cx="1554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9A68A-DA47-5118-2720-6E393F898707}"/>
              </a:ext>
            </a:extLst>
          </p:cNvPr>
          <p:cNvSpPr txBox="1"/>
          <p:nvPr/>
        </p:nvSpPr>
        <p:spPr>
          <a:xfrm>
            <a:off x="381000" y="1030241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250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5CADEE-306F-B356-E884-D0F24B69D431}"/>
              </a:ext>
            </a:extLst>
          </p:cNvPr>
          <p:cNvSpPr txBox="1"/>
          <p:nvPr/>
        </p:nvSpPr>
        <p:spPr>
          <a:xfrm>
            <a:off x="754386" y="5504593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125BE-DFA9-0ED3-64A9-38BA92456780}"/>
              </a:ext>
            </a:extLst>
          </p:cNvPr>
          <p:cNvSpPr txBox="1"/>
          <p:nvPr/>
        </p:nvSpPr>
        <p:spPr>
          <a:xfrm>
            <a:off x="2941290" y="5522786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A45918-A4AD-7A40-BAB1-17EEEEBF53ED}"/>
              </a:ext>
            </a:extLst>
          </p:cNvPr>
          <p:cNvSpPr txBox="1"/>
          <p:nvPr/>
        </p:nvSpPr>
        <p:spPr>
          <a:xfrm>
            <a:off x="5440775" y="5504593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229A29-30A6-7F15-047B-56F67C050DF0}"/>
              </a:ext>
            </a:extLst>
          </p:cNvPr>
          <p:cNvSpPr txBox="1"/>
          <p:nvPr/>
        </p:nvSpPr>
        <p:spPr>
          <a:xfrm>
            <a:off x="1871890" y="1011884"/>
            <a:ext cx="272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16 attributes</a:t>
            </a:r>
          </a:p>
          <a:p>
            <a:pPr algn="ctr"/>
            <a:r>
              <a:rPr lang="en-US" b="1" dirty="0"/>
              <a:t>4D LSR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4CB815-EC5B-B7AC-7907-090EBAC2015D}"/>
              </a:ext>
            </a:extLst>
          </p:cNvPr>
          <p:cNvSpPr txBox="1"/>
          <p:nvPr/>
        </p:nvSpPr>
        <p:spPr>
          <a:xfrm>
            <a:off x="5101883" y="4813942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M* = 35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3D2A8C-3926-4A3E-9617-8A3F2275A31D}"/>
              </a:ext>
            </a:extLst>
          </p:cNvPr>
          <p:cNvSpPr/>
          <p:nvPr/>
        </p:nvSpPr>
        <p:spPr>
          <a:xfrm>
            <a:off x="7520797" y="2144358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4C5A4-E1DF-F4C7-A62D-3A8C2D2020DA}"/>
              </a:ext>
            </a:extLst>
          </p:cNvPr>
          <p:cNvSpPr txBox="1"/>
          <p:nvPr/>
        </p:nvSpPr>
        <p:spPr>
          <a:xfrm>
            <a:off x="8141648" y="2140887"/>
            <a:ext cx="1554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 Materials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87BE21-413E-1F4D-039A-EE75A5B55958}"/>
              </a:ext>
            </a:extLst>
          </p:cNvPr>
          <p:cNvSpPr txBox="1"/>
          <p:nvPr/>
        </p:nvSpPr>
        <p:spPr>
          <a:xfrm>
            <a:off x="8081668" y="5504592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EB22D1-8563-B80F-9066-619AC8E969F9}"/>
              </a:ext>
            </a:extLst>
          </p:cNvPr>
          <p:cNvSpPr txBox="1"/>
          <p:nvPr/>
        </p:nvSpPr>
        <p:spPr>
          <a:xfrm>
            <a:off x="7551533" y="4813942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M* = 33.2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07AEE5-9263-5466-B2BB-4A0D8BB39A0F}"/>
              </a:ext>
            </a:extLst>
          </p:cNvPr>
          <p:cNvSpPr txBox="1"/>
          <p:nvPr/>
        </p:nvSpPr>
        <p:spPr>
          <a:xfrm>
            <a:off x="7594603" y="1329167"/>
            <a:ext cx="2684468" cy="369332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Snapping leads to issues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51B6970-7426-73A3-9A9E-0103E45A9C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4764" y="2702171"/>
            <a:ext cx="2129457" cy="198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9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76A1D-1B47-1BE0-EE18-4A11E2C3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7D2B79-833B-1C28-4463-F14608EA99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5854" y="6573358"/>
            <a:ext cx="1016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709F1C08-2687-587D-BC2D-583014A3F1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 Bracket: Materials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A834A4-4336-B6D6-25A2-F0476ED65355}"/>
              </a:ext>
            </a:extLst>
          </p:cNvPr>
          <p:cNvSpPr txBox="1"/>
          <p:nvPr/>
        </p:nvSpPr>
        <p:spPr>
          <a:xfrm>
            <a:off x="1217968" y="998713"/>
            <a:ext cx="272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4D LSR</a:t>
            </a:r>
          </a:p>
          <a:p>
            <a:pPr algn="ctr"/>
            <a:r>
              <a:rPr lang="en-US" b="1" dirty="0"/>
              <a:t>~0.2% error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8AEB54-F18E-8021-ED44-4AA5A7F397B3}"/>
              </a:ext>
            </a:extLst>
          </p:cNvPr>
          <p:cNvSpPr/>
          <p:nvPr/>
        </p:nvSpPr>
        <p:spPr>
          <a:xfrm>
            <a:off x="1217968" y="1927861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225709-F83A-CAD4-7362-87C14F63F5E9}"/>
              </a:ext>
            </a:extLst>
          </p:cNvPr>
          <p:cNvSpPr txBox="1"/>
          <p:nvPr/>
        </p:nvSpPr>
        <p:spPr>
          <a:xfrm>
            <a:off x="1838819" y="1924390"/>
            <a:ext cx="1554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 Materials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D33B9E-A5E0-3EE2-BE10-433A1CCAC996}"/>
              </a:ext>
            </a:extLst>
          </p:cNvPr>
          <p:cNvSpPr txBox="1"/>
          <p:nvPr/>
        </p:nvSpPr>
        <p:spPr>
          <a:xfrm>
            <a:off x="1778839" y="5288095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B42DDC-591A-2734-E6BA-F2ED9A6B56D1}"/>
              </a:ext>
            </a:extLst>
          </p:cNvPr>
          <p:cNvSpPr txBox="1"/>
          <p:nvPr/>
        </p:nvSpPr>
        <p:spPr>
          <a:xfrm>
            <a:off x="1248704" y="4597445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M* = 33.2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ACD30F-D445-907D-F684-30BDED81B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35" y="2485674"/>
            <a:ext cx="2129457" cy="198589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E869A80-8961-0C4E-F398-DD59ED1ACC07}"/>
              </a:ext>
            </a:extLst>
          </p:cNvPr>
          <p:cNvSpPr txBox="1"/>
          <p:nvPr/>
        </p:nvSpPr>
        <p:spPr>
          <a:xfrm>
            <a:off x="4942600" y="1027279"/>
            <a:ext cx="272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6D LSR</a:t>
            </a:r>
          </a:p>
          <a:p>
            <a:pPr algn="ctr"/>
            <a:r>
              <a:rPr lang="en-US" b="1" dirty="0"/>
              <a:t>~0.2% error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C24C9D-53FA-0519-16A6-B24879B9D9ED}"/>
              </a:ext>
            </a:extLst>
          </p:cNvPr>
          <p:cNvSpPr/>
          <p:nvPr/>
        </p:nvSpPr>
        <p:spPr>
          <a:xfrm>
            <a:off x="4953486" y="1957746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0B26A4-3031-84F0-57CF-0B8A62357F86}"/>
              </a:ext>
            </a:extLst>
          </p:cNvPr>
          <p:cNvSpPr txBox="1"/>
          <p:nvPr/>
        </p:nvSpPr>
        <p:spPr>
          <a:xfrm>
            <a:off x="5574337" y="1954275"/>
            <a:ext cx="1554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 Materials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26C5A2-60FC-8ED4-DF81-C377325FA6BC}"/>
              </a:ext>
            </a:extLst>
          </p:cNvPr>
          <p:cNvSpPr txBox="1"/>
          <p:nvPr/>
        </p:nvSpPr>
        <p:spPr>
          <a:xfrm>
            <a:off x="5514357" y="5317980"/>
            <a:ext cx="159564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0D442C-90C7-6CCC-FEDE-75F1A5772C33}"/>
              </a:ext>
            </a:extLst>
          </p:cNvPr>
          <p:cNvSpPr txBox="1"/>
          <p:nvPr/>
        </p:nvSpPr>
        <p:spPr>
          <a:xfrm>
            <a:off x="5140624" y="4632376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M* = 33.2</a:t>
            </a:r>
          </a:p>
        </p:txBody>
      </p:sp>
    </p:spTree>
    <p:extLst>
      <p:ext uri="{BB962C8B-B14F-4D97-AF65-F5344CB8AC3E}">
        <p14:creationId xmlns:p14="http://schemas.microsoft.com/office/powerpoint/2010/main" val="477621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CIDATA" val="NO"/>
  <p:tag name="INCLUDEFOOTER" val="No"/>
  <p:tag name="UNRESCOMPEXT" val="YES"/>
  <p:tag name="COMPSENS" val="NO"/>
  <p:tag name="CONFLEGPRI" val="NO"/>
  <p:tag name="PIIDATA" val="NO"/>
  <p:tag name="CUIDATA" val="NO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22225">
          <a:solidFill>
            <a:schemeClr val="tx1"/>
          </a:solidFill>
          <a:round/>
          <a:headEnd/>
          <a:tailEnd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Updated_DARPA_Template_20190102_1237.pptx" id="{73648ED9-5A49-4BD0-BC42-DE32C2E6CF09}" vid="{D0B459EC-B9B7-4546-9243-8AF0A3298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c908d5f5-b87f-439c-b15e-efda66ad98d8</TitusGUID>
  <TitusMetadata xmlns="">eyJucyI6Imh0dHA6XC9cL3d3dy50aXR1cy5jb21cL25zXC9GTElSIiwicHJvcHMiOlt7Im4iOiJFQ0lEYXRhIiwidmFscyI6W3sidmFsdWUiOiJOTyJ9XX0seyJuIjoiSW5jbHVkZUZvb3RlciIsInZhbHMiOlt7InZhbHVlIjoiTm8ifV19LHsibiI6Ik5vbkVDSU1hcmtpbmciLCJ2YWxzIjpbXX0seyJuIjoiUHVibGljUmVsZWFzZSIsInZhbHMiOltdfSx7Im4iOiJSZWZOdW1iZXIiLCJ2YWxzIjpbXX0seyJuIjoiU2VjdXJpdHlSZXZpZXdObyIsInZhbHMiOltdfSx7Im4iOiJFQ0lKdXJpcyIsInZhbHMiOltdfSx7Im4iOiJFQ0lJVEFSQ2xhc3MiLCJ2YWxzIjpbXX0seyJuIjoiRUNJRUFSQ2xhc3MiLCJ2YWxzIjpbXX0seyJuIjoibm9uVVNDb3VudHJ5IiwidmFscyI6W119LHsibiI6Im5vblVTRUNJSnVyaXMiLCJ2YWxzIjpbXX0seyJuIjoiVW5yZXNDb21wRXh0IiwidmFscyI6W3sidmFsdWUiOiJZRVMifV19LHsibiI6IkNvbXBTZW5zIiwidmFscyI6W3sidmFsdWUiOiJOTyJ9XX0seyJuIjoiSW5jbHVkZUNvbXBTZW5zTWFya2luZyIsInZhbHMiOltdfSx7Im4iOiJDb25mTGVnUHJpIiwidmFscyI6W3sidmFsdWUiOiJOTyJ9XX0seyJuIjoiUElJRGF0YSIsInZhbHMiOlt7InZhbHVlIjoiTk8ifV19LHsibiI6IkNVSURhdGEiLCJ2YWxzIjpbeyJ2YWx1ZSI6Ik5PIn1dfSx7Im4iOiJJbmNsdWRlQ1VJTWFya2luZyIsInZhbHMiOltdfSx7Im4iOiJDVUlDYXRlZ29yeSIsInZhbHMiOltdfSx7Im4iOiJEaXNzZW1pbmF0aW9uIiwidmFscyI6W119LHsibiI6IlJlbFRvIiwidmFscyI6W119LHsibiI6IkRpc3BsYXlPbmx5IiwidmFscyI6W119LHsibiI6IkNvbnRyb2xsZWRCeSIsInZhbHMiOltdfSx7Im4iOiJDb250cm9sbGVkQnkyIiwidmFscyI6W119LHsibiI6IkNvbnRhY3RJbmZvIiwidmFscyI6W119XX0=</TitusMetadata>
</titus>
</file>

<file path=customXml/itemProps1.xml><?xml version="1.0" encoding="utf-8"?>
<ds:datastoreItem xmlns:ds="http://schemas.openxmlformats.org/officeDocument/2006/customXml" ds:itemID="{2C64902B-2757-4E75-BED8-D9F84FEFAD44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2832</TotalTime>
  <Words>304</Words>
  <Application>Microsoft Office PowerPoint</Application>
  <PresentationFormat>Widescreen</PresentationFormat>
  <Paragraphs>110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Microsoft Sans Serif</vt:lpstr>
      <vt:lpstr>Tahoma</vt:lpstr>
      <vt:lpstr>Office Theme</vt:lpstr>
      <vt:lpstr>Topology Optimization: Validation Example </vt:lpstr>
      <vt:lpstr>L Bracket: Materials</vt:lpstr>
      <vt:lpstr>L Bracket: Materials</vt:lpstr>
      <vt:lpstr>L Bracket: Materials</vt:lpstr>
      <vt:lpstr>L Bracket: Materials</vt:lpstr>
      <vt:lpstr>L Bracket: Materials</vt:lpstr>
    </vt:vector>
  </TitlesOfParts>
  <Company>DARPA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Carter, William B CIV (US)</dc:creator>
  <cp:lastModifiedBy>Krishnan Suresh</cp:lastModifiedBy>
  <cp:revision>294</cp:revision>
  <cp:lastPrinted>2011-09-22T20:00:03Z</cp:lastPrinted>
  <dcterms:created xsi:type="dcterms:W3CDTF">2021-07-08T14:28:18Z</dcterms:created>
  <dcterms:modified xsi:type="dcterms:W3CDTF">2025-11-21T23:25:23Z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c908d5f5-b87f-439c-b15e-efda66ad98d8</vt:lpwstr>
  </property>
  <property fmtid="{D5CDD505-2E9C-101B-9397-08002B2CF9AE}" pid="3" name="ECIData">
    <vt:lpwstr>NO</vt:lpwstr>
  </property>
  <property fmtid="{D5CDD505-2E9C-101B-9397-08002B2CF9AE}" pid="4" name="IncludeFooter">
    <vt:lpwstr>No</vt:lpwstr>
  </property>
  <property fmtid="{D5CDD505-2E9C-101B-9397-08002B2CF9AE}" pid="5" name="UnresCompExt">
    <vt:lpwstr>YES</vt:lpwstr>
  </property>
  <property fmtid="{D5CDD505-2E9C-101B-9397-08002B2CF9AE}" pid="6" name="CompSens">
    <vt:lpwstr>NO</vt:lpwstr>
  </property>
  <property fmtid="{D5CDD505-2E9C-101B-9397-08002B2CF9AE}" pid="7" name="ConfLegPri">
    <vt:lpwstr>NO</vt:lpwstr>
  </property>
  <property fmtid="{D5CDD505-2E9C-101B-9397-08002B2CF9AE}" pid="8" name="PIIData">
    <vt:lpwstr>NO</vt:lpwstr>
  </property>
  <property fmtid="{D5CDD505-2E9C-101B-9397-08002B2CF9AE}" pid="9" name="CUIData">
    <vt:lpwstr>NO</vt:lpwstr>
  </property>
</Properties>
</file>