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66" d="100"/>
          <a:sy n="66" d="100"/>
        </p:scale>
        <p:origin x="1238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59E6F2-814E-B8E6-AEF2-6DF62CEF686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4479944-6FBB-42BD-BE4D-2F8F73A4BB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045905-4219-7612-2AE1-4FE34AA95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88DDE3-F257-B034-6C48-204F8B2FDB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14474-4A0E-2E1A-F3E7-050548104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52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7A9FC8-E06C-E00D-A6C9-CE82ACC2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F9E87D-9DC4-659C-E0AB-2D1F87FAF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D5832E-154F-2610-B925-8279155A65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382EC-64AE-C04B-48C4-EF8A45864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4D03C1-6C4B-5826-1052-9BB6F62EB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3988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53665F-700F-93AE-3383-232CB3DC3D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91CFD9-8A48-B4B8-7CEC-3F86F8B6C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560705-8EF6-C0BA-D7E1-374E07906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392C32-6FFD-4595-2EF4-B3643CC1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FD0C2A-BCF4-A040-E457-F23DFFB180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90584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102D8-FE7E-032F-2F51-CAABFE4679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DAEBB3-D470-F756-42BB-5A3A25E88A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EFA0213-7B53-84F0-18DB-A91E90A5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CB09D-6DEA-5912-0612-74A61ABC9A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F90062-3EF8-FDDB-70DC-E9A6469B1D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DBF19E2-9BAD-0E55-05E4-0C2FA48DF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1136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BD2D7E-95A3-2B91-0355-66559829B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AC7C16-DE86-3FF3-78BB-8B265B629B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6BF8691-E74F-97A0-D55C-91F678036A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0166A1F-C2B5-CD75-86CD-CDE1C0A864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A7CBF78-B2FE-1883-C166-AE29175380F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D1489A-CB50-CADD-91F4-C7FFF05EB7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8073FEE-1082-4572-3FC6-815B48EEB7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F4E5533-4246-5740-1623-A4F6E8D415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911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85803E-9162-F75A-CF2E-968C66DA4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50A62C1-629C-6321-DDC2-D08ECCC0A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F6AEE1-46DF-E0D2-C317-0D1AEA3137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7EA48FB-79B6-1E1C-01B2-8D99B6D9EE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0482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1A724E1-6C20-7BD3-776D-20928C9FA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A49C1F-0B44-A2A3-9479-6FE2541BA2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FA8479-169A-FFF9-2BD3-E5C161AD63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0799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34432-10D8-DA35-10E3-DDE2F92EF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50416-6A7A-DFA1-5B5F-F236ABCCB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040731-09B8-9F38-EE7F-622E744D500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5357-9207-9620-A43C-49D36A4DED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3B4EA9-AE54-5344-0E05-B31A28198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D21964-FE1B-CD2D-7966-E8CBA412BF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07606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D03F46-EFA2-5D5D-1B81-850D4BBC84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FA51B2-1F77-6CCA-91C7-5768DECB4A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148E84-7C27-3353-73FC-B8BD345DD0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02BA7D-69F9-540D-F7CF-A2C72BF48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C0535B-6ED9-FF60-CFDD-AF46E2974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56E56C-CC1E-0748-6EB0-C7F57D7CA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834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F14EA-AE71-6A4A-6465-DB03E367AB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CC173D8-1E5C-F487-219E-F8F66007BF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6F4431-F05A-4A53-E6C3-CDBB8C2DE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76D31-3942-DA90-DEE4-E1FC058788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F657C-3141-7B5F-76E0-3FA1C47DB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005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07F2E8-B70E-3BBC-BD39-BE648611215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0D0C9D4-6F40-7920-351A-7BD35EF027E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851823-2FE7-658C-4B5B-8709E4A9A3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F28A7-8ED9-DF49-12F7-D9436E99FF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E258AC-90BC-6EB1-E8E3-42D9B79D68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4441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139052-E387-5DF4-1B78-F3DCE32459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3E7700-36D7-4C6B-0553-F79A37F6AC9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84EEAE-5B8B-B730-0621-237CF06457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52D536-55A4-4DB8-BD69-D62233374E62}" type="datetimeFigureOut">
              <a:rPr lang="en-US" smtClean="0"/>
              <a:t>11/21/2025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056B4E-8255-AF4A-9A63-DE009FD9E7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4BAE04-F7A0-40B4-09F1-641244AA3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AA6FB73-4802-4340-B426-2274069A11A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8197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365C598E-56EC-F8D3-CF17-3DF5410C4D3D}"/>
              </a:ext>
            </a:extLst>
          </p:cNvPr>
          <p:cNvSpPr/>
          <p:nvPr/>
        </p:nvSpPr>
        <p:spPr>
          <a:xfrm>
            <a:off x="243068" y="254643"/>
            <a:ext cx="2222340" cy="1307939"/>
          </a:xfrm>
          <a:prstGeom prst="roundRect">
            <a:avLst/>
          </a:prstGeom>
          <a:solidFill>
            <a:schemeClr val="bg1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L-Bracket</a:t>
            </a:r>
            <a:br>
              <a:rPr lang="en-US" dirty="0"/>
            </a:br>
            <a:r>
              <a:rPr lang="en-US" dirty="0"/>
              <a:t>3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Stress FF &lt; 0.5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ADCACDA-FC46-B439-23D8-598B78E4D164}"/>
              </a:ext>
            </a:extLst>
          </p:cNvPr>
          <p:cNvSpPr/>
          <p:nvPr/>
        </p:nvSpPr>
        <p:spPr>
          <a:xfrm>
            <a:off x="9689940" y="5295417"/>
            <a:ext cx="2222340" cy="1307939"/>
          </a:xfrm>
          <a:prstGeom prst="round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Blisk</a:t>
            </a:r>
            <a:br>
              <a:rPr lang="en-US" dirty="0"/>
            </a:br>
            <a:r>
              <a:rPr lang="en-US" dirty="0"/>
              <a:t>10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Many constraints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6DA991B-BBC8-B0FA-1F79-B1E710C72B1E}"/>
              </a:ext>
            </a:extLst>
          </p:cNvPr>
          <p:cNvSpPr/>
          <p:nvPr/>
        </p:nvSpPr>
        <p:spPr>
          <a:xfrm>
            <a:off x="891251" y="2121061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L-Bracket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6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Stress FF &lt; 0.5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3E6B8C4-9EB3-22D9-F196-309B47DC8561}"/>
              </a:ext>
            </a:extLst>
          </p:cNvPr>
          <p:cNvSpPr/>
          <p:nvPr/>
        </p:nvSpPr>
        <p:spPr>
          <a:xfrm>
            <a:off x="4406096" y="5108775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L-Bracket</a:t>
            </a:r>
            <a:br>
              <a:rPr lang="en-US" dirty="0"/>
            </a:br>
            <a:r>
              <a:rPr lang="en-US" dirty="0"/>
              <a:t>6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6 Cons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156EE73-81BD-6B47-B528-B32CA4465E84}"/>
              </a:ext>
            </a:extLst>
          </p:cNvPr>
          <p:cNvSpPr/>
          <p:nvPr/>
        </p:nvSpPr>
        <p:spPr>
          <a:xfrm>
            <a:off x="1888603" y="4004842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L-Bracket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10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Multiple Cons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03A47E7A-5E24-58E1-9469-BA43C6EEDECF}"/>
              </a:ext>
            </a:extLst>
          </p:cNvPr>
          <p:cNvSpPr/>
          <p:nvPr/>
        </p:nvSpPr>
        <p:spPr>
          <a:xfrm>
            <a:off x="4406096" y="533881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rgbClr val="FF0000"/>
                </a:solidFill>
              </a:rPr>
              <a:t>Blisk</a:t>
            </a:r>
            <a:br>
              <a:rPr lang="en-US" dirty="0"/>
            </a:br>
            <a:r>
              <a:rPr lang="en-US" dirty="0"/>
              <a:t>3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Stress FF &lt; 0.5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51DE5874-96E2-25B7-E0B7-34C2D37425F0}"/>
              </a:ext>
            </a:extLst>
          </p:cNvPr>
          <p:cNvCxnSpPr>
            <a:stCxn id="2" idx="2"/>
            <a:endCxn id="5" idx="0"/>
          </p:cNvCxnSpPr>
          <p:nvPr/>
        </p:nvCxnSpPr>
        <p:spPr>
          <a:xfrm rot="16200000" flipH="1">
            <a:off x="1399090" y="1517729"/>
            <a:ext cx="558479" cy="64818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934AB33A-9895-43E2-3426-5E6F8B8EFA2B}"/>
              </a:ext>
            </a:extLst>
          </p:cNvPr>
          <p:cNvCxnSpPr>
            <a:cxnSpLocks/>
            <a:stCxn id="2" idx="3"/>
            <a:endCxn id="10" idx="1"/>
          </p:cNvCxnSpPr>
          <p:nvPr/>
        </p:nvCxnSpPr>
        <p:spPr>
          <a:xfrm>
            <a:off x="2465408" y="908613"/>
            <a:ext cx="1940688" cy="27923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5737B95F-B5F6-ACBE-9013-292F4130C64A}"/>
              </a:ext>
            </a:extLst>
          </p:cNvPr>
          <p:cNvSpPr/>
          <p:nvPr/>
        </p:nvSpPr>
        <p:spPr>
          <a:xfrm>
            <a:off x="6530052" y="2079101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Blisk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6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/>
              <a:t>Stress FF &lt; 0.5</a:t>
            </a: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CEB87D4C-7D95-4E17-146A-90D4565EE3D4}"/>
              </a:ext>
            </a:extLst>
          </p:cNvPr>
          <p:cNvSpPr/>
          <p:nvPr/>
        </p:nvSpPr>
        <p:spPr>
          <a:xfrm>
            <a:off x="8686803" y="3428998"/>
            <a:ext cx="2222340" cy="1307939"/>
          </a:xfrm>
          <a:prstGeom prst="round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Blisk</a:t>
            </a:r>
            <a:br>
              <a:rPr lang="en-US" dirty="0"/>
            </a:br>
            <a:r>
              <a:rPr lang="en-US" dirty="0"/>
              <a:t>6 Materials</a:t>
            </a:r>
          </a:p>
          <a:p>
            <a:pPr algn="ctr"/>
            <a:r>
              <a:rPr lang="en-US" dirty="0"/>
              <a:t>Min Mass</a:t>
            </a:r>
          </a:p>
          <a:p>
            <a:pPr algn="ctr"/>
            <a:r>
              <a:rPr lang="en-US" dirty="0">
                <a:solidFill>
                  <a:srgbClr val="FF0000"/>
                </a:solidFill>
              </a:rPr>
              <a:t>Multiple Cons.</a:t>
            </a:r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2B7F3BE-E6DC-CEC6-A1D2-CA8A5399E8BE}"/>
              </a:ext>
            </a:extLst>
          </p:cNvPr>
          <p:cNvCxnSpPr>
            <a:cxnSpLocks/>
            <a:stCxn id="10" idx="2"/>
            <a:endCxn id="26" idx="1"/>
          </p:cNvCxnSpPr>
          <p:nvPr/>
        </p:nvCxnSpPr>
        <p:spPr>
          <a:xfrm rot="16200000" flipH="1">
            <a:off x="5578034" y="1781052"/>
            <a:ext cx="891251" cy="101278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2CCB0BA-7CD0-3586-3B25-AC0196CA7CE8}"/>
              </a:ext>
            </a:extLst>
          </p:cNvPr>
          <p:cNvCxnSpPr>
            <a:cxnSpLocks/>
            <a:stCxn id="26" idx="3"/>
            <a:endCxn id="28" idx="0"/>
          </p:cNvCxnSpPr>
          <p:nvPr/>
        </p:nvCxnSpPr>
        <p:spPr>
          <a:xfrm>
            <a:off x="8752392" y="2733071"/>
            <a:ext cx="1045581" cy="69592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E93FE69-F65C-2BD3-9CC0-3D2705BBFB2D}"/>
              </a:ext>
            </a:extLst>
          </p:cNvPr>
          <p:cNvCxnSpPr>
            <a:cxnSpLocks/>
            <a:endCxn id="3" idx="0"/>
          </p:cNvCxnSpPr>
          <p:nvPr/>
        </p:nvCxnSpPr>
        <p:spPr>
          <a:xfrm>
            <a:off x="9931078" y="4736937"/>
            <a:ext cx="870032" cy="55848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ABEBC537-0DD8-FFAD-2258-35445A226E79}"/>
              </a:ext>
            </a:extLst>
          </p:cNvPr>
          <p:cNvSpPr txBox="1"/>
          <p:nvPr/>
        </p:nvSpPr>
        <p:spPr>
          <a:xfrm>
            <a:off x="8968454" y="446947"/>
            <a:ext cx="245124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Temperature setting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Structural load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Penalization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Latent space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9128AB66-4BFD-A363-70B1-3619F7266A06}"/>
              </a:ext>
            </a:extLst>
          </p:cNvPr>
          <p:cNvCxnSpPr>
            <a:cxnSpLocks/>
            <a:stCxn id="7" idx="2"/>
            <a:endCxn id="6" idx="1"/>
          </p:cNvCxnSpPr>
          <p:nvPr/>
        </p:nvCxnSpPr>
        <p:spPr>
          <a:xfrm rot="16200000" flipH="1">
            <a:off x="3477952" y="4834601"/>
            <a:ext cx="449964" cy="140632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F1AE8A9D-F130-9A57-6040-6C4FA38FDA2B}"/>
              </a:ext>
            </a:extLst>
          </p:cNvPr>
          <p:cNvCxnSpPr>
            <a:cxnSpLocks/>
            <a:stCxn id="5" idx="2"/>
            <a:endCxn id="7" idx="0"/>
          </p:cNvCxnSpPr>
          <p:nvPr/>
        </p:nvCxnSpPr>
        <p:spPr>
          <a:xfrm rot="16200000" flipH="1">
            <a:off x="2213176" y="3218245"/>
            <a:ext cx="575842" cy="99735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A80AA4E-D910-4C09-0CFB-3AD0ABEE0BF1}"/>
              </a:ext>
            </a:extLst>
          </p:cNvPr>
          <p:cNvCxnSpPr>
            <a:cxnSpLocks/>
            <a:stCxn id="6" idx="3"/>
            <a:endCxn id="3" idx="1"/>
          </p:cNvCxnSpPr>
          <p:nvPr/>
        </p:nvCxnSpPr>
        <p:spPr>
          <a:xfrm>
            <a:off x="6628436" y="5762745"/>
            <a:ext cx="3061504" cy="18664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278492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519</TotalTime>
  <Words>80</Words>
  <Application>Microsoft Office PowerPoint</Application>
  <PresentationFormat>Widescreen</PresentationFormat>
  <Paragraphs>28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Krishnan Suresh</dc:creator>
  <cp:lastModifiedBy>Krishnan Suresh</cp:lastModifiedBy>
  <cp:revision>32</cp:revision>
  <dcterms:created xsi:type="dcterms:W3CDTF">2025-11-19T13:22:32Z</dcterms:created>
  <dcterms:modified xsi:type="dcterms:W3CDTF">2025-11-21T16:52:31Z</dcterms:modified>
</cp:coreProperties>
</file>