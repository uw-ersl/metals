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E6F2-814E-B8E6-AEF2-6DF62CEF6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79944-6FBB-42BD-BE4D-2F8F73A4B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45905-4219-7612-2AE1-4FE34AA9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8DDE3-F257-B034-6C48-204F8B2F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4474-4A0E-2E1A-F3E7-05054810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2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9FC8-E06C-E00D-A6C9-CE82ACC2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E87D-9DC4-659C-E0AB-2D1F87FA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832E-154F-2610-B925-8279155A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82EC-64AE-C04B-48C4-EF8A4586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D03C1-6C4B-5826-1052-9BB6F62E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9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665F-700F-93AE-3383-232CB3DC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1CFD9-8A48-B4B8-7CEC-3F86F8B6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60705-8EF6-C0BA-D7E1-374E0790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2C32-6FFD-4595-2EF4-B3643CC1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D0C2A-BCF4-A040-E457-F23DFFB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5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02D8-FE7E-032F-2F51-CAABFE46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EBB3-D470-F756-42BB-5A3A25E88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A0213-7B53-84F0-18DB-A91E90A53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CB09D-6DEA-5912-0612-74A61ABC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0062-3EF8-FDDB-70DC-E9A6469B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F19E2-9BAD-0E55-05E4-0C2FA48D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1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2D7E-95A3-2B91-0355-6655982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C7C16-DE86-3FF3-78BB-8B265B629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F8691-E74F-97A0-D55C-91F678036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66A1F-C2B5-CD75-86CD-CDE1C0A8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CBF78-B2FE-1883-C166-AE2917538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1489A-CB50-CADD-91F4-C7FFF05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73FEE-1082-4572-3FC6-815B48EE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E5533-4246-5740-1623-A4F6E8D4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803E-9162-F75A-CF2E-968C66DA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A62C1-629C-6321-DDC2-D08ECCC0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6AEE1-46DF-E0D2-C317-0D1AEA31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A48FB-79B6-1E1C-01B2-8D99B6D9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8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724E1-6C20-7BD3-776D-20928C9F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A49C1F-0B44-A2A3-9479-6FE2541B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A8479-169A-FFF9-2BD3-E5C161AD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7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4432-10D8-DA35-10E3-DDE2F92E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0416-6A7A-DFA1-5B5F-F236ABCC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0731-09B8-9F38-EE7F-622E744D5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5357-9207-9620-A43C-49D36A4D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B4EA9-AE54-5344-0E05-B31A2819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21964-FE1B-CD2D-7966-E8CBA412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6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F46-EFA2-5D5D-1B81-850D4BBC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A51B2-1F77-6CCA-91C7-5768DECB4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48E84-7C27-3353-73FC-B8BD345D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2BA7D-69F9-540D-F7CF-A2C72BF4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0535B-6ED9-FF60-CFDD-AF46E297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6E56C-CC1E-0748-6EB0-C7F57D7C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14EA-AE71-6A4A-6465-DB03E367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173D8-1E5C-F487-219E-F8F66007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F4431-F05A-4A53-E6C3-CDBB8C2D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76D31-3942-DA90-DEE4-E1FC058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657C-3141-7B5F-76E0-3FA1C47D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7F2E8-B70E-3BBC-BD39-BE6486112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0C9D4-6F40-7920-351A-7BD35EF02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1823-2FE7-658C-4B5B-8709E4A9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F28A7-8ED9-DF49-12F7-D9436E99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58AC-90BC-6EB1-E8E3-42D9B79D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39052-E387-5DF4-1B78-F3DCE324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E7700-36D7-4C6B-0553-F79A37F6A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4EEAE-5B8B-B730-0621-237CF0645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D536-55A4-4DB8-BD69-D62233374E6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56B4E-8255-AF4A-9A63-DE009FD9E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AE04-F7A0-40B4-09F1-641244AA3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9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5C598E-56EC-F8D3-CF17-3DF5410C4D3D}"/>
              </a:ext>
            </a:extLst>
          </p:cNvPr>
          <p:cNvSpPr/>
          <p:nvPr/>
        </p:nvSpPr>
        <p:spPr>
          <a:xfrm>
            <a:off x="243068" y="254643"/>
            <a:ext cx="2222340" cy="130793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L-Bracket</a:t>
            </a:r>
            <a:br>
              <a:rPr lang="en-US" dirty="0"/>
            </a:br>
            <a:r>
              <a:rPr lang="en-US" dirty="0"/>
              <a:t>3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Stress FF &lt; 0.5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DCACDA-FC46-B439-23D8-598B78E4D164}"/>
              </a:ext>
            </a:extLst>
          </p:cNvPr>
          <p:cNvSpPr/>
          <p:nvPr/>
        </p:nvSpPr>
        <p:spPr>
          <a:xfrm>
            <a:off x="9689940" y="5295417"/>
            <a:ext cx="2222340" cy="130793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Blisk</a:t>
            </a:r>
            <a:br>
              <a:rPr lang="en-US" dirty="0"/>
            </a:br>
            <a:r>
              <a:rPr lang="en-US" dirty="0"/>
              <a:t>10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Many constraints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DA991B-BBC8-B0FA-1F79-B1E710C72B1E}"/>
              </a:ext>
            </a:extLst>
          </p:cNvPr>
          <p:cNvSpPr/>
          <p:nvPr/>
        </p:nvSpPr>
        <p:spPr>
          <a:xfrm>
            <a:off x="243068" y="2287445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L-Bracket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4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Stress FF &lt; 0.5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E6B8C4-9EB3-22D9-F196-309B47DC8561}"/>
              </a:ext>
            </a:extLst>
          </p:cNvPr>
          <p:cNvSpPr/>
          <p:nvPr/>
        </p:nvSpPr>
        <p:spPr>
          <a:xfrm>
            <a:off x="6628436" y="5432864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L-Bracket</a:t>
            </a:r>
            <a:br>
              <a:rPr lang="en-US" dirty="0"/>
            </a:br>
            <a:r>
              <a:rPr lang="en-US" dirty="0"/>
              <a:t>6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6 Cons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56EE73-81BD-6B47-B528-B32CA4465E84}"/>
              </a:ext>
            </a:extLst>
          </p:cNvPr>
          <p:cNvSpPr/>
          <p:nvPr/>
        </p:nvSpPr>
        <p:spPr>
          <a:xfrm>
            <a:off x="3626736" y="5208609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L-Bracket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10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Multiple Cons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A47E7A-5E24-58E1-9469-BA43C6EEDECF}"/>
              </a:ext>
            </a:extLst>
          </p:cNvPr>
          <p:cNvSpPr/>
          <p:nvPr/>
        </p:nvSpPr>
        <p:spPr>
          <a:xfrm>
            <a:off x="4406096" y="533881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Blisk</a:t>
            </a:r>
            <a:br>
              <a:rPr lang="en-US" dirty="0"/>
            </a:br>
            <a:r>
              <a:rPr lang="en-US" dirty="0"/>
              <a:t>3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Stress FF &lt; 0.5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1DE5874-96E2-25B7-E0B7-34C2D37425F0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5400000">
            <a:off x="991807" y="1925013"/>
            <a:ext cx="724863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34AB33A-9895-43E2-3426-5E6F8B8EFA2B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2465408" y="908613"/>
            <a:ext cx="1940688" cy="2792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737B95F-B5F6-ACBE-9013-292F4130C64A}"/>
              </a:ext>
            </a:extLst>
          </p:cNvPr>
          <p:cNvSpPr/>
          <p:nvPr/>
        </p:nvSpPr>
        <p:spPr>
          <a:xfrm>
            <a:off x="6530052" y="2079101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Blisk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6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Stress FF &lt; 0.5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B87D4C-7D95-4E17-146A-90D4565EE3D4}"/>
              </a:ext>
            </a:extLst>
          </p:cNvPr>
          <p:cNvSpPr/>
          <p:nvPr/>
        </p:nvSpPr>
        <p:spPr>
          <a:xfrm>
            <a:off x="8686803" y="3428998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Blisk</a:t>
            </a:r>
            <a:br>
              <a:rPr lang="en-US" dirty="0"/>
            </a:br>
            <a:r>
              <a:rPr lang="en-US" dirty="0"/>
              <a:t>6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Multiple Cons.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2B7F3BE-E6DC-CEC6-A1D2-CA8A5399E8BE}"/>
              </a:ext>
            </a:extLst>
          </p:cNvPr>
          <p:cNvCxnSpPr>
            <a:cxnSpLocks/>
            <a:stCxn id="10" idx="2"/>
            <a:endCxn id="26" idx="1"/>
          </p:cNvCxnSpPr>
          <p:nvPr/>
        </p:nvCxnSpPr>
        <p:spPr>
          <a:xfrm rot="16200000" flipH="1">
            <a:off x="5578034" y="1781052"/>
            <a:ext cx="891251" cy="10127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2CCB0BA-7CD0-3586-3B25-AC0196CA7CE8}"/>
              </a:ext>
            </a:extLst>
          </p:cNvPr>
          <p:cNvCxnSpPr>
            <a:cxnSpLocks/>
            <a:stCxn id="26" idx="3"/>
            <a:endCxn id="28" idx="0"/>
          </p:cNvCxnSpPr>
          <p:nvPr/>
        </p:nvCxnSpPr>
        <p:spPr>
          <a:xfrm>
            <a:off x="8752392" y="2733071"/>
            <a:ext cx="1045581" cy="6959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E93FE69-F65C-2BD3-9CC0-3D2705BBFB2D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9931078" y="4736937"/>
            <a:ext cx="870032" cy="558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EBC537-0DD8-FFAD-2258-35445A226E79}"/>
              </a:ext>
            </a:extLst>
          </p:cNvPr>
          <p:cNvSpPr txBox="1"/>
          <p:nvPr/>
        </p:nvSpPr>
        <p:spPr>
          <a:xfrm>
            <a:off x="8968454" y="446947"/>
            <a:ext cx="2451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setting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Latent space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128AB66-4BFD-A363-70B1-3619F7266A06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5849076" y="5862579"/>
            <a:ext cx="779360" cy="2242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A80AA4E-D910-4C09-0CFB-3AD0ABEE0BF1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8850776" y="5949387"/>
            <a:ext cx="839164" cy="1374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794C9B-A479-EBDB-9346-4244A4F1D5A0}"/>
              </a:ext>
            </a:extLst>
          </p:cNvPr>
          <p:cNvSpPr/>
          <p:nvPr/>
        </p:nvSpPr>
        <p:spPr>
          <a:xfrm>
            <a:off x="279720" y="4124925"/>
            <a:ext cx="2222340" cy="130793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L-Bracket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5 Materials</a:t>
            </a:r>
          </a:p>
          <a:p>
            <a:pPr algn="ctr"/>
            <a:r>
              <a:rPr lang="en-US" dirty="0"/>
              <a:t>Min Mass</a:t>
            </a:r>
          </a:p>
          <a:p>
            <a:pPr algn="ctr"/>
            <a:r>
              <a:rPr lang="en-US" dirty="0"/>
              <a:t>Stress FF &lt; 0.5</a:t>
            </a:r>
          </a:p>
        </p:txBody>
      </p:sp>
    </p:spTree>
    <p:extLst>
      <p:ext uri="{BB962C8B-B14F-4D97-AF65-F5344CB8AC3E}">
        <p14:creationId xmlns:p14="http://schemas.microsoft.com/office/powerpoint/2010/main" val="402784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90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Suresh</dc:creator>
  <cp:lastModifiedBy>Krishnan Suresh</cp:lastModifiedBy>
  <cp:revision>33</cp:revision>
  <dcterms:created xsi:type="dcterms:W3CDTF">2025-11-19T13:22:32Z</dcterms:created>
  <dcterms:modified xsi:type="dcterms:W3CDTF">2025-11-21T20:50:25Z</dcterms:modified>
</cp:coreProperties>
</file>